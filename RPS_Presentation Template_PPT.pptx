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0" r:id="rId2"/>
    <p:sldId id="257" r:id="rId3"/>
    <p:sldId id="258" r:id="rId4"/>
    <p:sldId id="259" r:id="rId5"/>
    <p:sldId id="4422" r:id="rId6"/>
    <p:sldId id="261" r:id="rId7"/>
    <p:sldId id="4424" r:id="rId8"/>
    <p:sldId id="4430" r:id="rId9"/>
    <p:sldId id="262" r:id="rId10"/>
    <p:sldId id="4429" r:id="rId11"/>
    <p:sldId id="263" r:id="rId12"/>
    <p:sldId id="4426" r:id="rId13"/>
    <p:sldId id="4425" r:id="rId14"/>
    <p:sldId id="4427" r:id="rId15"/>
    <p:sldId id="4428" r:id="rId16"/>
    <p:sldId id="264" r:id="rId17"/>
    <p:sldId id="4431" r:id="rId18"/>
    <p:sldId id="265" r:id="rId19"/>
    <p:sldId id="266" r:id="rId20"/>
    <p:sldId id="442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CD4EE3-9902-4F24-8710-3C206B70555D}" v="7" dt="2026-06-13T05:49:09.9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0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Image 0" descr="https://kimi-img.moonshot.cn/pub/slides/okc/6u2crcj2oqijq/mnt/agents/output/template_converted/images/image_1.png">
            <a:extLst>
              <a:ext uri="{FF2B5EF4-FFF2-40B4-BE49-F238E27FC236}">
                <a16:creationId xmlns:a16="http://schemas.microsoft.com/office/drawing/2014/main" id="{7B91CDD2-B0E6-3B12-602D-71A83D08AA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1950" y="238125"/>
            <a:ext cx="1209675" cy="790575"/>
          </a:xfrm>
          <a:prstGeom prst="rect">
            <a:avLst/>
          </a:prstGeom>
        </p:spPr>
      </p:pic>
      <p:sp>
        <p:nvSpPr>
          <p:cNvPr id="76" name="Text 0">
            <a:extLst>
              <a:ext uri="{FF2B5EF4-FFF2-40B4-BE49-F238E27FC236}">
                <a16:creationId xmlns:a16="http://schemas.microsoft.com/office/drawing/2014/main" id="{4C75BE00-26BD-664A-FCB2-54000C624F81}"/>
              </a:ext>
            </a:extLst>
          </p:cNvPr>
          <p:cNvSpPr/>
          <p:nvPr/>
        </p:nvSpPr>
        <p:spPr>
          <a:xfrm>
            <a:off x="370915" y="3012840"/>
            <a:ext cx="6477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TruYum</a:t>
            </a:r>
            <a:endParaRPr lang="en-US" sz="4200" dirty="0"/>
          </a:p>
        </p:txBody>
      </p:sp>
      <p:sp>
        <p:nvSpPr>
          <p:cNvPr id="77" name="Text 1">
            <a:extLst>
              <a:ext uri="{FF2B5EF4-FFF2-40B4-BE49-F238E27FC236}">
                <a16:creationId xmlns:a16="http://schemas.microsoft.com/office/drawing/2014/main" id="{B4AE55B8-AE65-A12E-9C07-27F71DF892DB}"/>
              </a:ext>
            </a:extLst>
          </p:cNvPr>
          <p:cNvSpPr/>
          <p:nvPr/>
        </p:nvSpPr>
        <p:spPr>
          <a:xfrm>
            <a:off x="381000" y="3877865"/>
            <a:ext cx="6477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Premium Full-Stack Food Ordering &amp; Restaurant Management System</a:t>
            </a:r>
            <a:endParaRPr lang="en-US" dirty="0"/>
          </a:p>
        </p:txBody>
      </p:sp>
      <p:sp>
        <p:nvSpPr>
          <p:cNvPr id="78" name="Shape 2">
            <a:extLst>
              <a:ext uri="{FF2B5EF4-FFF2-40B4-BE49-F238E27FC236}">
                <a16:creationId xmlns:a16="http://schemas.microsoft.com/office/drawing/2014/main" id="{5312E0FA-2DDC-B06C-1BDB-F799425C260C}"/>
              </a:ext>
            </a:extLst>
          </p:cNvPr>
          <p:cNvSpPr/>
          <p:nvPr/>
        </p:nvSpPr>
        <p:spPr>
          <a:xfrm>
            <a:off x="381000" y="3704331"/>
            <a:ext cx="1905000" cy="28575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79" name="Text 3">
            <a:extLst>
              <a:ext uri="{FF2B5EF4-FFF2-40B4-BE49-F238E27FC236}">
                <a16:creationId xmlns:a16="http://schemas.microsoft.com/office/drawing/2014/main" id="{26E28ECB-5784-A1CC-B519-73B038B81A16}"/>
              </a:ext>
            </a:extLst>
          </p:cNvPr>
          <p:cNvSpPr/>
          <p:nvPr/>
        </p:nvSpPr>
        <p:spPr>
          <a:xfrm>
            <a:off x="361950" y="4891682"/>
            <a:ext cx="47625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Presented by </a:t>
            </a:r>
            <a:r>
              <a:rPr lang="en-US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Swayam Gupta</a:t>
            </a:r>
            <a:endParaRPr lang="en-US" dirty="0"/>
          </a:p>
        </p:txBody>
      </p:sp>
      <p:sp>
        <p:nvSpPr>
          <p:cNvPr id="80" name="Text 6">
            <a:extLst>
              <a:ext uri="{FF2B5EF4-FFF2-40B4-BE49-F238E27FC236}">
                <a16:creationId xmlns:a16="http://schemas.microsoft.com/office/drawing/2014/main" id="{3FA05A22-6143-FC6E-3C16-5AD4E6C9C797}"/>
              </a:ext>
            </a:extLst>
          </p:cNvPr>
          <p:cNvSpPr/>
          <p:nvPr/>
        </p:nvSpPr>
        <p:spPr>
          <a:xfrm>
            <a:off x="381000" y="6096000"/>
            <a:ext cx="3810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www.rpsconsulting.in</a:t>
            </a:r>
            <a:endParaRPr lang="en-US" sz="1200" dirty="0"/>
          </a:p>
        </p:txBody>
      </p:sp>
      <p:sp>
        <p:nvSpPr>
          <p:cNvPr id="81" name="Text 0">
            <a:extLst>
              <a:ext uri="{FF2B5EF4-FFF2-40B4-BE49-F238E27FC236}">
                <a16:creationId xmlns:a16="http://schemas.microsoft.com/office/drawing/2014/main" id="{093B5712-A214-CF4F-07D5-567BFF611CD5}"/>
              </a:ext>
            </a:extLst>
          </p:cNvPr>
          <p:cNvSpPr/>
          <p:nvPr/>
        </p:nvSpPr>
        <p:spPr>
          <a:xfrm>
            <a:off x="381000" y="1850091"/>
            <a:ext cx="6477000" cy="361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26SUB0576_NMS Test</a:t>
            </a:r>
          </a:p>
          <a:p>
            <a:pPr algn="l">
              <a:lnSpc>
                <a:spcPct val="120000"/>
              </a:lnSpc>
            </a:pPr>
            <a:endParaRPr lang="en-US" sz="2100" dirty="0"/>
          </a:p>
        </p:txBody>
      </p:sp>
      <p:sp>
        <p:nvSpPr>
          <p:cNvPr id="82" name="Text 0">
            <a:extLst>
              <a:ext uri="{FF2B5EF4-FFF2-40B4-BE49-F238E27FC236}">
                <a16:creationId xmlns:a16="http://schemas.microsoft.com/office/drawing/2014/main" id="{46B6249E-A719-5EF5-9125-9AFAF6FE9920}"/>
              </a:ext>
            </a:extLst>
          </p:cNvPr>
          <p:cNvSpPr/>
          <p:nvPr/>
        </p:nvSpPr>
        <p:spPr>
          <a:xfrm>
            <a:off x="381000" y="2326760"/>
            <a:ext cx="6477000" cy="361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2100" dirty="0">
                <a:solidFill>
                  <a:srgbClr val="FFFFFF"/>
                </a:solidFill>
                <a:latin typeface="HK Grotesk" pitchFamily="2" charset="77"/>
              </a:rPr>
              <a:t>Capstone Project Presentation – 13</a:t>
            </a:r>
            <a:r>
              <a:rPr lang="en-US" sz="21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100" dirty="0">
                <a:solidFill>
                  <a:srgbClr val="FFFFFF"/>
                </a:solidFill>
                <a:latin typeface="HK Grotesk" pitchFamily="2" charset="77"/>
              </a:rPr>
              <a:t> June 2026</a:t>
            </a:r>
          </a:p>
        </p:txBody>
      </p:sp>
      <p:sp>
        <p:nvSpPr>
          <p:cNvPr id="83" name="Shape 2">
            <a:extLst>
              <a:ext uri="{FF2B5EF4-FFF2-40B4-BE49-F238E27FC236}">
                <a16:creationId xmlns:a16="http://schemas.microsoft.com/office/drawing/2014/main" id="{0556D4E4-EF70-7285-3DA2-AC75991481B9}"/>
              </a:ext>
            </a:extLst>
          </p:cNvPr>
          <p:cNvSpPr/>
          <p:nvPr/>
        </p:nvSpPr>
        <p:spPr>
          <a:xfrm>
            <a:off x="381000" y="5320307"/>
            <a:ext cx="3078256" cy="34289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IN" sz="1350">
              <a:solidFill>
                <a:srgbClr val="FF0000"/>
              </a:solidFill>
            </a:endParaRP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7A78EF4D-9D12-4C6E-1482-A7F694D71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050" y="382431"/>
            <a:ext cx="5074255" cy="59993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90500"/>
            <a:ext cx="10477500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700" dirty="0">
                <a:solidFill>
                  <a:srgbClr val="0187C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66700" y="742950"/>
            <a:ext cx="762000" cy="381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4" name="Text 2"/>
          <p:cNvSpPr/>
          <p:nvPr/>
        </p:nvSpPr>
        <p:spPr>
          <a:xfrm>
            <a:off x="266700" y="952500"/>
            <a:ext cx="11658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food delivery applications often face critical challenges that impact both users and businesses: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097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86614" y="101600"/>
                </a:moveTo>
                <a:cubicBezTo>
                  <a:pt x="86614" y="67570"/>
                  <a:pt x="101138" y="36126"/>
                  <a:pt x="124714" y="19111"/>
                </a:cubicBezTo>
                <a:cubicBezTo>
                  <a:pt x="148290" y="2096"/>
                  <a:pt x="177338" y="2096"/>
                  <a:pt x="200914" y="19111"/>
                </a:cubicBezTo>
                <a:cubicBezTo>
                  <a:pt x="224490" y="36126"/>
                  <a:pt x="239014" y="67570"/>
                  <a:pt x="239014" y="101600"/>
                </a:cubicBezTo>
                <a:cubicBezTo>
                  <a:pt x="239014" y="154170"/>
                  <a:pt x="204870" y="196850"/>
                  <a:pt x="162814" y="196850"/>
                </a:cubicBezTo>
                <a:cubicBezTo>
                  <a:pt x="120758" y="196850"/>
                  <a:pt x="86614" y="154170"/>
                  <a:pt x="86614" y="101600"/>
                </a:cubicBezTo>
                <a:close/>
                <a:moveTo>
                  <a:pt x="30734" y="382826"/>
                </a:moveTo>
                <a:cubicBezTo>
                  <a:pt x="30734" y="304641"/>
                  <a:pt x="81407" y="241300"/>
                  <a:pt x="143955" y="241300"/>
                </a:cubicBezTo>
                <a:lnTo>
                  <a:pt x="181674" y="241300"/>
                </a:lnTo>
                <a:cubicBezTo>
                  <a:pt x="244221" y="241300"/>
                  <a:pt x="294894" y="304641"/>
                  <a:pt x="294894" y="382826"/>
                </a:cubicBezTo>
                <a:cubicBezTo>
                  <a:pt x="294894" y="395843"/>
                  <a:pt x="286449" y="406400"/>
                  <a:pt x="276035" y="406400"/>
                </a:cubicBezTo>
                <a:lnTo>
                  <a:pt x="49594" y="406400"/>
                </a:lnTo>
                <a:cubicBezTo>
                  <a:pt x="39180" y="406400"/>
                  <a:pt x="30734" y="395843"/>
                  <a:pt x="30734" y="382826"/>
                </a:cubicBezTo>
                <a:close/>
                <a:moveTo>
                  <a:pt x="388811" y="98504"/>
                </a:moveTo>
                <a:cubicBezTo>
                  <a:pt x="394780" y="105966"/>
                  <a:pt x="394780" y="118031"/>
                  <a:pt x="388811" y="125413"/>
                </a:cubicBezTo>
                <a:lnTo>
                  <a:pt x="367284" y="152321"/>
                </a:lnTo>
                <a:lnTo>
                  <a:pt x="388811" y="179229"/>
                </a:lnTo>
                <a:cubicBezTo>
                  <a:pt x="394780" y="186690"/>
                  <a:pt x="394780" y="198755"/>
                  <a:pt x="388811" y="206137"/>
                </a:cubicBezTo>
                <a:cubicBezTo>
                  <a:pt x="382841" y="213519"/>
                  <a:pt x="373190" y="213598"/>
                  <a:pt x="367284" y="206137"/>
                </a:cubicBezTo>
                <a:lnTo>
                  <a:pt x="345758" y="179229"/>
                </a:lnTo>
                <a:lnTo>
                  <a:pt x="324231" y="206137"/>
                </a:lnTo>
                <a:cubicBezTo>
                  <a:pt x="318262" y="213598"/>
                  <a:pt x="308610" y="213598"/>
                  <a:pt x="302705" y="206137"/>
                </a:cubicBezTo>
                <a:cubicBezTo>
                  <a:pt x="296799" y="198676"/>
                  <a:pt x="296736" y="186611"/>
                  <a:pt x="302705" y="179229"/>
                </a:cubicBezTo>
                <a:lnTo>
                  <a:pt x="324231" y="152321"/>
                </a:lnTo>
                <a:lnTo>
                  <a:pt x="302705" y="125412"/>
                </a:lnTo>
                <a:cubicBezTo>
                  <a:pt x="296736" y="117951"/>
                  <a:pt x="296736" y="105886"/>
                  <a:pt x="302705" y="98504"/>
                </a:cubicBezTo>
                <a:cubicBezTo>
                  <a:pt x="308674" y="91122"/>
                  <a:pt x="318326" y="91043"/>
                  <a:pt x="324231" y="98504"/>
                </a:cubicBezTo>
                <a:lnTo>
                  <a:pt x="345758" y="125412"/>
                </a:lnTo>
                <a:lnTo>
                  <a:pt x="367284" y="98504"/>
                </a:lnTo>
                <a:cubicBezTo>
                  <a:pt x="373253" y="91043"/>
                  <a:pt x="382905" y="91043"/>
                  <a:pt x="388811" y="98504"/>
                </a:cubicBezTo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6" name="Text 4"/>
          <p:cNvSpPr/>
          <p:nvPr/>
        </p:nvSpPr>
        <p:spPr>
          <a:xfrm>
            <a:off x="904875" y="1762125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5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Poor User Experience</a:t>
            </a:r>
            <a:endParaRPr lang="en-US" sz="1350" dirty="0"/>
          </a:p>
          <a:p>
            <a:pPr algn="l">
              <a:lnSpc>
                <a:spcPct val="150000"/>
              </a:lnSpc>
            </a:pPr>
            <a:r>
              <a:rPr lang="en-US" sz="13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Clunky interfaces and slow navigation frustrate customers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7622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64097" y="167084"/>
                </a:moveTo>
                <a:cubicBezTo>
                  <a:pt x="271844" y="164465"/>
                  <a:pt x="279972" y="169069"/>
                  <a:pt x="283464" y="178038"/>
                </a:cubicBezTo>
                <a:lnTo>
                  <a:pt x="295275" y="207883"/>
                </a:lnTo>
                <a:cubicBezTo>
                  <a:pt x="301816" y="208994"/>
                  <a:pt x="308229" y="211217"/>
                  <a:pt x="314262" y="214313"/>
                </a:cubicBezTo>
                <a:lnTo>
                  <a:pt x="336487" y="195818"/>
                </a:lnTo>
                <a:cubicBezTo>
                  <a:pt x="343154" y="190262"/>
                  <a:pt x="351981" y="191373"/>
                  <a:pt x="357632" y="198438"/>
                </a:cubicBezTo>
                <a:lnTo>
                  <a:pt x="369824" y="213678"/>
                </a:lnTo>
                <a:cubicBezTo>
                  <a:pt x="375475" y="220742"/>
                  <a:pt x="376365" y="231854"/>
                  <a:pt x="371919" y="240109"/>
                </a:cubicBezTo>
                <a:lnTo>
                  <a:pt x="357124" y="267811"/>
                </a:lnTo>
                <a:cubicBezTo>
                  <a:pt x="358331" y="271542"/>
                  <a:pt x="359410" y="275431"/>
                  <a:pt x="360299" y="279479"/>
                </a:cubicBezTo>
                <a:cubicBezTo>
                  <a:pt x="361188" y="283528"/>
                  <a:pt x="361759" y="287496"/>
                  <a:pt x="362204" y="291544"/>
                </a:cubicBezTo>
                <a:lnTo>
                  <a:pt x="386144" y="306308"/>
                </a:lnTo>
                <a:cubicBezTo>
                  <a:pt x="393319" y="310753"/>
                  <a:pt x="397002" y="320913"/>
                  <a:pt x="394907" y="330518"/>
                </a:cubicBezTo>
                <a:lnTo>
                  <a:pt x="390462" y="351314"/>
                </a:lnTo>
                <a:cubicBezTo>
                  <a:pt x="388366" y="360918"/>
                  <a:pt x="381190" y="367427"/>
                  <a:pt x="373190" y="366792"/>
                </a:cubicBezTo>
                <a:lnTo>
                  <a:pt x="346519" y="364649"/>
                </a:lnTo>
                <a:cubicBezTo>
                  <a:pt x="342519" y="371078"/>
                  <a:pt x="337884" y="377031"/>
                  <a:pt x="332613" y="382111"/>
                </a:cubicBezTo>
                <a:lnTo>
                  <a:pt x="334328" y="415369"/>
                </a:lnTo>
                <a:cubicBezTo>
                  <a:pt x="334835" y="425371"/>
                  <a:pt x="329629" y="434419"/>
                  <a:pt x="321945" y="436959"/>
                </a:cubicBezTo>
                <a:lnTo>
                  <a:pt x="305308" y="442516"/>
                </a:lnTo>
                <a:cubicBezTo>
                  <a:pt x="297561" y="445135"/>
                  <a:pt x="289497" y="440531"/>
                  <a:pt x="285941" y="431562"/>
                </a:cubicBezTo>
                <a:lnTo>
                  <a:pt x="274130" y="401717"/>
                </a:lnTo>
                <a:cubicBezTo>
                  <a:pt x="267589" y="400606"/>
                  <a:pt x="261176" y="398383"/>
                  <a:pt x="255143" y="395288"/>
                </a:cubicBezTo>
                <a:lnTo>
                  <a:pt x="232918" y="413782"/>
                </a:lnTo>
                <a:cubicBezTo>
                  <a:pt x="226251" y="419338"/>
                  <a:pt x="217424" y="418227"/>
                  <a:pt x="211773" y="411163"/>
                </a:cubicBezTo>
                <a:lnTo>
                  <a:pt x="199581" y="395923"/>
                </a:lnTo>
                <a:cubicBezTo>
                  <a:pt x="193929" y="388858"/>
                  <a:pt x="193040" y="377825"/>
                  <a:pt x="197485" y="369491"/>
                </a:cubicBezTo>
                <a:lnTo>
                  <a:pt x="212281" y="341709"/>
                </a:lnTo>
                <a:cubicBezTo>
                  <a:pt x="211074" y="337979"/>
                  <a:pt x="209994" y="334089"/>
                  <a:pt x="209106" y="330041"/>
                </a:cubicBezTo>
                <a:cubicBezTo>
                  <a:pt x="208217" y="325993"/>
                  <a:pt x="207645" y="321945"/>
                  <a:pt x="207201" y="317976"/>
                </a:cubicBezTo>
                <a:lnTo>
                  <a:pt x="183261" y="303213"/>
                </a:lnTo>
                <a:cubicBezTo>
                  <a:pt x="176086" y="298768"/>
                  <a:pt x="172466" y="288608"/>
                  <a:pt x="174498" y="279003"/>
                </a:cubicBezTo>
                <a:lnTo>
                  <a:pt x="178943" y="258207"/>
                </a:lnTo>
                <a:cubicBezTo>
                  <a:pt x="181039" y="248602"/>
                  <a:pt x="188214" y="242094"/>
                  <a:pt x="196215" y="242729"/>
                </a:cubicBezTo>
                <a:lnTo>
                  <a:pt x="222822" y="244872"/>
                </a:lnTo>
                <a:cubicBezTo>
                  <a:pt x="226822" y="238442"/>
                  <a:pt x="231458" y="232489"/>
                  <a:pt x="236728" y="227409"/>
                </a:cubicBezTo>
                <a:lnTo>
                  <a:pt x="235014" y="194231"/>
                </a:lnTo>
                <a:cubicBezTo>
                  <a:pt x="234506" y="184229"/>
                  <a:pt x="239712" y="175181"/>
                  <a:pt x="247396" y="172641"/>
                </a:cubicBezTo>
                <a:lnTo>
                  <a:pt x="264033" y="167084"/>
                </a:lnTo>
                <a:close/>
                <a:moveTo>
                  <a:pt x="284734" y="269875"/>
                </a:moveTo>
                <a:cubicBezTo>
                  <a:pt x="269313" y="269897"/>
                  <a:pt x="256808" y="285564"/>
                  <a:pt x="256826" y="304840"/>
                </a:cubicBezTo>
                <a:cubicBezTo>
                  <a:pt x="256843" y="324115"/>
                  <a:pt x="269377" y="339747"/>
                  <a:pt x="284798" y="339725"/>
                </a:cubicBezTo>
                <a:cubicBezTo>
                  <a:pt x="300218" y="339703"/>
                  <a:pt x="312723" y="324036"/>
                  <a:pt x="312706" y="304760"/>
                </a:cubicBezTo>
                <a:cubicBezTo>
                  <a:pt x="312688" y="285485"/>
                  <a:pt x="300155" y="269853"/>
                  <a:pt x="284734" y="269875"/>
                </a:cubicBezTo>
                <a:close/>
                <a:moveTo>
                  <a:pt x="142812" y="-36116"/>
                </a:moveTo>
                <a:lnTo>
                  <a:pt x="159449" y="-30559"/>
                </a:lnTo>
                <a:cubicBezTo>
                  <a:pt x="167132" y="-27940"/>
                  <a:pt x="172339" y="-18891"/>
                  <a:pt x="171831" y="-8969"/>
                </a:cubicBezTo>
                <a:lnTo>
                  <a:pt x="170117" y="24209"/>
                </a:lnTo>
                <a:cubicBezTo>
                  <a:pt x="175387" y="29289"/>
                  <a:pt x="180023" y="35163"/>
                  <a:pt x="184023" y="41672"/>
                </a:cubicBezTo>
                <a:lnTo>
                  <a:pt x="210693" y="39529"/>
                </a:lnTo>
                <a:cubicBezTo>
                  <a:pt x="218631" y="38894"/>
                  <a:pt x="225869" y="45403"/>
                  <a:pt x="227965" y="55007"/>
                </a:cubicBezTo>
                <a:lnTo>
                  <a:pt x="232410" y="75803"/>
                </a:lnTo>
                <a:cubicBezTo>
                  <a:pt x="234442" y="85408"/>
                  <a:pt x="230823" y="95568"/>
                  <a:pt x="223647" y="100013"/>
                </a:cubicBezTo>
                <a:lnTo>
                  <a:pt x="199708" y="114776"/>
                </a:lnTo>
                <a:cubicBezTo>
                  <a:pt x="199263" y="118824"/>
                  <a:pt x="198628" y="122873"/>
                  <a:pt x="197803" y="126841"/>
                </a:cubicBezTo>
                <a:cubicBezTo>
                  <a:pt x="196977" y="130810"/>
                  <a:pt x="195834" y="134779"/>
                  <a:pt x="194628" y="138509"/>
                </a:cubicBezTo>
                <a:lnTo>
                  <a:pt x="209423" y="166291"/>
                </a:lnTo>
                <a:cubicBezTo>
                  <a:pt x="213868" y="174625"/>
                  <a:pt x="212979" y="185658"/>
                  <a:pt x="207328" y="192722"/>
                </a:cubicBezTo>
                <a:lnTo>
                  <a:pt x="195136" y="207963"/>
                </a:lnTo>
                <a:cubicBezTo>
                  <a:pt x="189484" y="215027"/>
                  <a:pt x="180658" y="216138"/>
                  <a:pt x="173990" y="210582"/>
                </a:cubicBezTo>
                <a:lnTo>
                  <a:pt x="151765" y="192088"/>
                </a:lnTo>
                <a:cubicBezTo>
                  <a:pt x="145733" y="195183"/>
                  <a:pt x="139319" y="197406"/>
                  <a:pt x="132779" y="198517"/>
                </a:cubicBezTo>
                <a:lnTo>
                  <a:pt x="120968" y="228362"/>
                </a:lnTo>
                <a:cubicBezTo>
                  <a:pt x="117412" y="237331"/>
                  <a:pt x="109283" y="241856"/>
                  <a:pt x="101600" y="239316"/>
                </a:cubicBezTo>
                <a:lnTo>
                  <a:pt x="84963" y="233759"/>
                </a:lnTo>
                <a:cubicBezTo>
                  <a:pt x="77216" y="231140"/>
                  <a:pt x="72073" y="222091"/>
                  <a:pt x="72581" y="212169"/>
                </a:cubicBezTo>
                <a:lnTo>
                  <a:pt x="74295" y="178911"/>
                </a:lnTo>
                <a:cubicBezTo>
                  <a:pt x="69025" y="173831"/>
                  <a:pt x="64389" y="167958"/>
                  <a:pt x="60389" y="161449"/>
                </a:cubicBezTo>
                <a:lnTo>
                  <a:pt x="33719" y="163592"/>
                </a:lnTo>
                <a:cubicBezTo>
                  <a:pt x="25781" y="164227"/>
                  <a:pt x="18542" y="157718"/>
                  <a:pt x="16447" y="148114"/>
                </a:cubicBezTo>
                <a:lnTo>
                  <a:pt x="12002" y="127318"/>
                </a:lnTo>
                <a:cubicBezTo>
                  <a:pt x="9970" y="117713"/>
                  <a:pt x="13589" y="107553"/>
                  <a:pt x="20765" y="103108"/>
                </a:cubicBezTo>
                <a:lnTo>
                  <a:pt x="44704" y="88344"/>
                </a:lnTo>
                <a:cubicBezTo>
                  <a:pt x="45149" y="84296"/>
                  <a:pt x="45784" y="80328"/>
                  <a:pt x="46609" y="76279"/>
                </a:cubicBezTo>
                <a:cubicBezTo>
                  <a:pt x="47498" y="72231"/>
                  <a:pt x="48514" y="68342"/>
                  <a:pt x="49784" y="64611"/>
                </a:cubicBezTo>
                <a:lnTo>
                  <a:pt x="34989" y="36909"/>
                </a:lnTo>
                <a:cubicBezTo>
                  <a:pt x="30544" y="28575"/>
                  <a:pt x="31433" y="17542"/>
                  <a:pt x="37084" y="10478"/>
                </a:cubicBezTo>
                <a:lnTo>
                  <a:pt x="49276" y="-4762"/>
                </a:lnTo>
                <a:cubicBezTo>
                  <a:pt x="54928" y="-11827"/>
                  <a:pt x="63754" y="-12938"/>
                  <a:pt x="70422" y="-7382"/>
                </a:cubicBezTo>
                <a:lnTo>
                  <a:pt x="92646" y="11113"/>
                </a:lnTo>
                <a:cubicBezTo>
                  <a:pt x="98679" y="8017"/>
                  <a:pt x="105092" y="5794"/>
                  <a:pt x="111633" y="4683"/>
                </a:cubicBezTo>
                <a:lnTo>
                  <a:pt x="123444" y="-25162"/>
                </a:lnTo>
                <a:cubicBezTo>
                  <a:pt x="127000" y="-34131"/>
                  <a:pt x="135065" y="-38656"/>
                  <a:pt x="142812" y="-36116"/>
                </a:cubicBezTo>
                <a:close/>
                <a:moveTo>
                  <a:pt x="122174" y="66675"/>
                </a:moveTo>
                <a:cubicBezTo>
                  <a:pt x="106753" y="66675"/>
                  <a:pt x="94234" y="82324"/>
                  <a:pt x="94234" y="101600"/>
                </a:cubicBezTo>
                <a:cubicBezTo>
                  <a:pt x="94234" y="120876"/>
                  <a:pt x="106753" y="136525"/>
                  <a:pt x="122174" y="136525"/>
                </a:cubicBezTo>
                <a:cubicBezTo>
                  <a:pt x="137595" y="136525"/>
                  <a:pt x="150114" y="120876"/>
                  <a:pt x="150114" y="101600"/>
                </a:cubicBezTo>
                <a:cubicBezTo>
                  <a:pt x="150114" y="82324"/>
                  <a:pt x="137595" y="66675"/>
                  <a:pt x="122174" y="66675"/>
                </a:cubicBezTo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8" name="Text 6"/>
          <p:cNvSpPr/>
          <p:nvPr/>
        </p:nvSpPr>
        <p:spPr>
          <a:xfrm>
            <a:off x="904875" y="2714625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5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Inefficient Order Management</a:t>
            </a:r>
            <a:endParaRPr lang="en-US" sz="1350" dirty="0"/>
          </a:p>
          <a:p>
            <a:pPr algn="l">
              <a:lnSpc>
                <a:spcPct val="150000"/>
              </a:lnSpc>
            </a:pPr>
            <a:r>
              <a:rPr lang="en-US" sz="13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Manual processes lead to errors and delays in fulfillment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7147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0" name="Text 8"/>
          <p:cNvSpPr/>
          <p:nvPr/>
        </p:nvSpPr>
        <p:spPr>
          <a:xfrm>
            <a:off x="904875" y="3667125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5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Lack of Real-Time Feedback</a:t>
            </a:r>
            <a:endParaRPr lang="en-US" sz="1350" dirty="0"/>
          </a:p>
          <a:p>
            <a:pPr algn="l">
              <a:lnSpc>
                <a:spcPct val="150000"/>
              </a:lnSpc>
            </a:pPr>
            <a:r>
              <a:rPr lang="en-US" sz="13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Users are left uninformed about order status changes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6672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2" name="Text 10"/>
          <p:cNvSpPr/>
          <p:nvPr/>
        </p:nvSpPr>
        <p:spPr>
          <a:xfrm>
            <a:off x="904875" y="4619625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5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Limited Administrative Control</a:t>
            </a:r>
            <a:endParaRPr lang="en-US" sz="1350" dirty="0"/>
          </a:p>
          <a:p>
            <a:pPr algn="l">
              <a:lnSpc>
                <a:spcPct val="150000"/>
              </a:lnSpc>
            </a:pPr>
            <a:r>
              <a:rPr lang="en-US" sz="13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Admins lack tools to manage menus, orders, and analytics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77000" y="1619250"/>
            <a:ext cx="5334000" cy="1905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4" name="Text 12"/>
          <p:cNvSpPr/>
          <p:nvPr/>
        </p:nvSpPr>
        <p:spPr>
          <a:xfrm>
            <a:off x="6667500" y="1714500"/>
            <a:ext cx="1905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50" b="1" dirty="0">
                <a:solidFill>
                  <a:srgbClr val="0187C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TruYum Mission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67500" y="2047875"/>
            <a:ext cx="495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 build an enterprise-ready, dark-themed gourmet food delivery app with instantaneous user feedback, smooth user journeys, and full-scale admin controls.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77000" y="3762375"/>
            <a:ext cx="5334000" cy="1905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7" name="Text 15"/>
          <p:cNvSpPr/>
          <p:nvPr/>
        </p:nvSpPr>
        <p:spPr>
          <a:xfrm>
            <a:off x="6667500" y="3857625"/>
            <a:ext cx="1905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50" b="1" dirty="0">
                <a:solidFill>
                  <a:srgbClr val="0187C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Target Audience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667500" y="419100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Gourmet customers</a:t>
            </a: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looking for premium food options, and </a:t>
            </a: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restaurant admin’s</a:t>
            </a: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looking to oversee menu items, orders, and sales stats.</a:t>
            </a:r>
            <a:endParaRPr lang="en-US" sz="1200" dirty="0"/>
          </a:p>
        </p:txBody>
      </p:sp>
      <p:pic>
        <p:nvPicPr>
          <p:cNvPr id="19" name="Image 0" descr="https://kimi-img.moonshot.cn/pub/slides/okc/6u2crcj2oqijq/mnt/agents/output/template_converte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6391275"/>
            <a:ext cx="647700" cy="4191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667500" y="6429375"/>
            <a:ext cx="4762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2026 - RPS Consulting all rights reserved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525250" y="6429375"/>
            <a:ext cx="4762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90500"/>
            <a:ext cx="10477500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700" dirty="0">
                <a:solidFill>
                  <a:srgbClr val="0187C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Objectives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66700" y="742950"/>
            <a:ext cx="762000" cy="381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4" name="Shape 2"/>
          <p:cNvSpPr/>
          <p:nvPr/>
        </p:nvSpPr>
        <p:spPr>
          <a:xfrm>
            <a:off x="266700" y="1047750"/>
            <a:ext cx="3619500" cy="2286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5" name="Shape 3"/>
          <p:cNvSpPr/>
          <p:nvPr/>
        </p:nvSpPr>
        <p:spPr>
          <a:xfrm>
            <a:off x="552450" y="1285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401" y="14288"/>
                </a:moveTo>
                <a:cubicBezTo>
                  <a:pt x="62607" y="6152"/>
                  <a:pt x="55761" y="0"/>
                  <a:pt x="47625" y="0"/>
                </a:cubicBezTo>
                <a:cubicBezTo>
                  <a:pt x="39489" y="0"/>
                  <a:pt x="32643" y="6152"/>
                  <a:pt x="31750" y="14188"/>
                </a:cubicBezTo>
                <a:lnTo>
                  <a:pt x="17760" y="148530"/>
                </a:lnTo>
                <a:cubicBezTo>
                  <a:pt x="16470" y="154484"/>
                  <a:pt x="15875" y="160536"/>
                  <a:pt x="15875" y="166588"/>
                </a:cubicBezTo>
                <a:cubicBezTo>
                  <a:pt x="15875" y="212130"/>
                  <a:pt x="50701" y="249535"/>
                  <a:pt x="95250" y="253603"/>
                </a:cubicBezTo>
                <a:lnTo>
                  <a:pt x="95250" y="476250"/>
                </a:lnTo>
                <a:cubicBezTo>
                  <a:pt x="95250" y="493812"/>
                  <a:pt x="109438" y="508000"/>
                  <a:pt x="127000" y="508000"/>
                </a:cubicBezTo>
                <a:cubicBezTo>
                  <a:pt x="144562" y="508000"/>
                  <a:pt x="158750" y="493812"/>
                  <a:pt x="158750" y="476250"/>
                </a:cubicBezTo>
                <a:lnTo>
                  <a:pt x="158750" y="253603"/>
                </a:lnTo>
                <a:cubicBezTo>
                  <a:pt x="203299" y="249535"/>
                  <a:pt x="238125" y="212130"/>
                  <a:pt x="238125" y="166588"/>
                </a:cubicBezTo>
                <a:cubicBezTo>
                  <a:pt x="238125" y="160536"/>
                  <a:pt x="237530" y="154484"/>
                  <a:pt x="236240" y="148530"/>
                </a:cubicBezTo>
                <a:lnTo>
                  <a:pt x="222151" y="14188"/>
                </a:lnTo>
                <a:cubicBezTo>
                  <a:pt x="221357" y="6152"/>
                  <a:pt x="214511" y="0"/>
                  <a:pt x="206375" y="0"/>
                </a:cubicBezTo>
                <a:cubicBezTo>
                  <a:pt x="198239" y="0"/>
                  <a:pt x="191393" y="6152"/>
                  <a:pt x="190599" y="14288"/>
                </a:cubicBezTo>
                <a:lnTo>
                  <a:pt x="177105" y="148729"/>
                </a:lnTo>
                <a:cubicBezTo>
                  <a:pt x="176510" y="154384"/>
                  <a:pt x="171748" y="158750"/>
                  <a:pt x="166092" y="158750"/>
                </a:cubicBezTo>
                <a:cubicBezTo>
                  <a:pt x="160338" y="158750"/>
                  <a:pt x="155575" y="154384"/>
                  <a:pt x="154980" y="148630"/>
                </a:cubicBezTo>
                <a:lnTo>
                  <a:pt x="142776" y="14486"/>
                </a:lnTo>
                <a:cubicBezTo>
                  <a:pt x="142081" y="6251"/>
                  <a:pt x="135235" y="0"/>
                  <a:pt x="127000" y="0"/>
                </a:cubicBezTo>
                <a:cubicBezTo>
                  <a:pt x="118765" y="0"/>
                  <a:pt x="111919" y="6251"/>
                  <a:pt x="111224" y="14486"/>
                </a:cubicBezTo>
                <a:lnTo>
                  <a:pt x="99020" y="148630"/>
                </a:lnTo>
                <a:cubicBezTo>
                  <a:pt x="98524" y="154384"/>
                  <a:pt x="93662" y="158750"/>
                  <a:pt x="87908" y="158750"/>
                </a:cubicBezTo>
                <a:cubicBezTo>
                  <a:pt x="82153" y="158750"/>
                  <a:pt x="77391" y="154384"/>
                  <a:pt x="76895" y="148729"/>
                </a:cubicBezTo>
                <a:lnTo>
                  <a:pt x="63401" y="14288"/>
                </a:lnTo>
                <a:close/>
                <a:moveTo>
                  <a:pt x="444500" y="0"/>
                </a:moveTo>
                <a:cubicBezTo>
                  <a:pt x="428625" y="0"/>
                  <a:pt x="317500" y="31750"/>
                  <a:pt x="317500" y="174625"/>
                </a:cubicBezTo>
                <a:lnTo>
                  <a:pt x="317500" y="285750"/>
                </a:lnTo>
                <a:cubicBezTo>
                  <a:pt x="317500" y="320774"/>
                  <a:pt x="345976" y="349250"/>
                  <a:pt x="381000" y="349250"/>
                </a:cubicBezTo>
                <a:lnTo>
                  <a:pt x="412750" y="349250"/>
                </a:lnTo>
                <a:lnTo>
                  <a:pt x="412750" y="476250"/>
                </a:lnTo>
                <a:cubicBezTo>
                  <a:pt x="412750" y="493812"/>
                  <a:pt x="426938" y="508000"/>
                  <a:pt x="444500" y="508000"/>
                </a:cubicBezTo>
                <a:cubicBezTo>
                  <a:pt x="462062" y="508000"/>
                  <a:pt x="476250" y="493812"/>
                  <a:pt x="476250" y="476250"/>
                </a:cubicBezTo>
                <a:lnTo>
                  <a:pt x="476250" y="31750"/>
                </a:lnTo>
                <a:cubicBezTo>
                  <a:pt x="476250" y="14188"/>
                  <a:pt x="462062" y="0"/>
                  <a:pt x="444500" y="0"/>
                </a:cubicBez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6" name="Text 4"/>
          <p:cNvSpPr/>
          <p:nvPr/>
        </p:nvSpPr>
        <p:spPr>
          <a:xfrm>
            <a:off x="552450" y="1809750"/>
            <a:ext cx="3048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Seamless Ordering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2450" y="2143125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Provide a smooth and intuitive food ordering experience for gourmet customers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71950" y="1047750"/>
            <a:ext cx="3619500" cy="2286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9" name="Shape 7"/>
          <p:cNvSpPr/>
          <p:nvPr/>
        </p:nvSpPr>
        <p:spPr>
          <a:xfrm>
            <a:off x="4457700" y="1285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69333" y="95250"/>
                </a:moveTo>
                <a:lnTo>
                  <a:pt x="169333" y="158750"/>
                </a:lnTo>
                <a:lnTo>
                  <a:pt x="338667" y="158750"/>
                </a:lnTo>
                <a:lnTo>
                  <a:pt x="338667" y="95250"/>
                </a:lnTo>
                <a:cubicBezTo>
                  <a:pt x="338667" y="60226"/>
                  <a:pt x="300699" y="31750"/>
                  <a:pt x="254000" y="31750"/>
                </a:cubicBezTo>
                <a:cubicBezTo>
                  <a:pt x="207301" y="31750"/>
                  <a:pt x="169333" y="60226"/>
                  <a:pt x="169333" y="95250"/>
                </a:cubicBezTo>
                <a:close/>
                <a:moveTo>
                  <a:pt x="84667" y="158750"/>
                </a:moveTo>
                <a:lnTo>
                  <a:pt x="84667" y="95250"/>
                </a:lnTo>
                <a:cubicBezTo>
                  <a:pt x="84667" y="25102"/>
                  <a:pt x="160470" y="-31750"/>
                  <a:pt x="254000" y="-31750"/>
                </a:cubicBezTo>
                <a:cubicBezTo>
                  <a:pt x="347530" y="-31750"/>
                  <a:pt x="423333" y="25102"/>
                  <a:pt x="423333" y="95250"/>
                </a:cubicBezTo>
                <a:lnTo>
                  <a:pt x="423333" y="158750"/>
                </a:lnTo>
                <a:cubicBezTo>
                  <a:pt x="470032" y="158750"/>
                  <a:pt x="508000" y="187226"/>
                  <a:pt x="508000" y="222250"/>
                </a:cubicBezTo>
                <a:lnTo>
                  <a:pt x="508000" y="444500"/>
                </a:lnTo>
                <a:cubicBezTo>
                  <a:pt x="508000" y="479524"/>
                  <a:pt x="470032" y="508000"/>
                  <a:pt x="423333" y="508000"/>
                </a:cubicBezTo>
                <a:lnTo>
                  <a:pt x="84667" y="508000"/>
                </a:lnTo>
                <a:cubicBezTo>
                  <a:pt x="37968" y="508000"/>
                  <a:pt x="0" y="479524"/>
                  <a:pt x="0" y="444500"/>
                </a:cubicBezTo>
                <a:lnTo>
                  <a:pt x="0" y="222250"/>
                </a:lnTo>
                <a:cubicBezTo>
                  <a:pt x="0" y="187226"/>
                  <a:pt x="37968" y="158750"/>
                  <a:pt x="84667" y="158750"/>
                </a:cubicBez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0" name="Text 8"/>
          <p:cNvSpPr/>
          <p:nvPr/>
        </p:nvSpPr>
        <p:spPr>
          <a:xfrm>
            <a:off x="4457700" y="1809750"/>
            <a:ext cx="3048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Secure Authentication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57700" y="2143125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Enable OTP-based secure login and role-based access control for all users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77200" y="1047750"/>
            <a:ext cx="3848100" cy="2286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3" name="Shape 11"/>
          <p:cNvSpPr/>
          <p:nvPr/>
        </p:nvSpPr>
        <p:spPr>
          <a:xfrm>
            <a:off x="8362950" y="1285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4" name="Text 12"/>
          <p:cNvSpPr/>
          <p:nvPr/>
        </p:nvSpPr>
        <p:spPr>
          <a:xfrm>
            <a:off x="8362950" y="1809750"/>
            <a:ext cx="3276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Restaurant Management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2950" y="2143125"/>
            <a:ext cx="3276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Simplify menu, order, and sales management for restaurant administrators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6700" y="3619500"/>
            <a:ext cx="3619500" cy="2286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7" name="Shape 15"/>
          <p:cNvSpPr/>
          <p:nvPr/>
        </p:nvSpPr>
        <p:spPr>
          <a:xfrm>
            <a:off x="552450" y="3857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33929" y="0"/>
                  <a:pt x="217714" y="14188"/>
                  <a:pt x="217714" y="31750"/>
                </a:cubicBezTo>
                <a:lnTo>
                  <a:pt x="217714" y="34925"/>
                </a:lnTo>
                <a:cubicBezTo>
                  <a:pt x="134938" y="49609"/>
                  <a:pt x="72571" y="113705"/>
                  <a:pt x="72571" y="190500"/>
                </a:cubicBezTo>
                <a:lnTo>
                  <a:pt x="72571" y="212030"/>
                </a:lnTo>
                <a:cubicBezTo>
                  <a:pt x="72571" y="259755"/>
                  <a:pt x="53975" y="306090"/>
                  <a:pt x="19957" y="343396"/>
                </a:cubicBezTo>
                <a:lnTo>
                  <a:pt x="8845" y="355501"/>
                </a:lnTo>
                <a:cubicBezTo>
                  <a:pt x="3062" y="361752"/>
                  <a:pt x="0" y="369491"/>
                  <a:pt x="0" y="377527"/>
                </a:cubicBezTo>
                <a:cubicBezTo>
                  <a:pt x="0" y="396974"/>
                  <a:pt x="18029" y="412750"/>
                  <a:pt x="40254" y="412750"/>
                </a:cubicBezTo>
                <a:lnTo>
                  <a:pt x="467632" y="412750"/>
                </a:lnTo>
                <a:cubicBezTo>
                  <a:pt x="489857" y="412750"/>
                  <a:pt x="507887" y="396974"/>
                  <a:pt x="507887" y="377527"/>
                </a:cubicBezTo>
                <a:cubicBezTo>
                  <a:pt x="507887" y="369491"/>
                  <a:pt x="504825" y="361752"/>
                  <a:pt x="499042" y="355501"/>
                </a:cubicBezTo>
                <a:lnTo>
                  <a:pt x="487929" y="343396"/>
                </a:lnTo>
                <a:cubicBezTo>
                  <a:pt x="454025" y="306090"/>
                  <a:pt x="435429" y="259755"/>
                  <a:pt x="435429" y="212030"/>
                </a:cubicBezTo>
                <a:lnTo>
                  <a:pt x="435429" y="190500"/>
                </a:lnTo>
                <a:cubicBezTo>
                  <a:pt x="435429" y="113705"/>
                  <a:pt x="373063" y="49609"/>
                  <a:pt x="290286" y="34925"/>
                </a:cubicBezTo>
                <a:lnTo>
                  <a:pt x="290286" y="31750"/>
                </a:lnTo>
                <a:cubicBezTo>
                  <a:pt x="290286" y="14188"/>
                  <a:pt x="274071" y="0"/>
                  <a:pt x="254000" y="0"/>
                </a:cubicBezTo>
                <a:close/>
                <a:moveTo>
                  <a:pt x="183696" y="460375"/>
                </a:moveTo>
                <a:cubicBezTo>
                  <a:pt x="191747" y="487759"/>
                  <a:pt x="220209" y="508000"/>
                  <a:pt x="254000" y="508000"/>
                </a:cubicBezTo>
                <a:cubicBezTo>
                  <a:pt x="287791" y="508000"/>
                  <a:pt x="316253" y="487759"/>
                  <a:pt x="324304" y="460375"/>
                </a:cubicBezTo>
                <a:lnTo>
                  <a:pt x="183696" y="460375"/>
                </a:ln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8" name="Text 16"/>
          <p:cNvSpPr/>
          <p:nvPr/>
        </p:nvSpPr>
        <p:spPr>
          <a:xfrm>
            <a:off x="552450" y="4381500"/>
            <a:ext cx="3048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Feedback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2450" y="4714875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Offer instantaneous toast notifications and order status updates to users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71950" y="3619500"/>
            <a:ext cx="3619500" cy="2286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21" name="Shape 19"/>
          <p:cNvSpPr/>
          <p:nvPr/>
        </p:nvSpPr>
        <p:spPr>
          <a:xfrm>
            <a:off x="4457700" y="3857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2571" y="31750"/>
                </a:moveTo>
                <a:cubicBezTo>
                  <a:pt x="32544" y="31750"/>
                  <a:pt x="0" y="60226"/>
                  <a:pt x="0" y="95250"/>
                </a:cubicBezTo>
                <a:lnTo>
                  <a:pt x="0" y="158750"/>
                </a:lnTo>
                <a:cubicBezTo>
                  <a:pt x="0" y="193774"/>
                  <a:pt x="32544" y="222250"/>
                  <a:pt x="72571" y="222250"/>
                </a:cubicBezTo>
                <a:lnTo>
                  <a:pt x="435429" y="222250"/>
                </a:lnTo>
                <a:cubicBezTo>
                  <a:pt x="475456" y="222250"/>
                  <a:pt x="508000" y="193774"/>
                  <a:pt x="508000" y="158750"/>
                </a:cubicBezTo>
                <a:lnTo>
                  <a:pt x="508000" y="95250"/>
                </a:lnTo>
                <a:cubicBezTo>
                  <a:pt x="508000" y="60226"/>
                  <a:pt x="475456" y="31750"/>
                  <a:pt x="435429" y="31750"/>
                </a:cubicBezTo>
                <a:lnTo>
                  <a:pt x="72571" y="31750"/>
                </a:lnTo>
                <a:close/>
                <a:moveTo>
                  <a:pt x="317500" y="103188"/>
                </a:moveTo>
                <a:cubicBezTo>
                  <a:pt x="332520" y="103188"/>
                  <a:pt x="344714" y="113858"/>
                  <a:pt x="344714" y="127000"/>
                </a:cubicBezTo>
                <a:cubicBezTo>
                  <a:pt x="344714" y="140142"/>
                  <a:pt x="332520" y="150813"/>
                  <a:pt x="317500" y="150813"/>
                </a:cubicBezTo>
                <a:cubicBezTo>
                  <a:pt x="302480" y="150813"/>
                  <a:pt x="290286" y="140142"/>
                  <a:pt x="290286" y="127000"/>
                </a:cubicBezTo>
                <a:cubicBezTo>
                  <a:pt x="290286" y="113858"/>
                  <a:pt x="302480" y="103188"/>
                  <a:pt x="317500" y="103188"/>
                </a:cubicBezTo>
                <a:close/>
                <a:moveTo>
                  <a:pt x="381000" y="127000"/>
                </a:moveTo>
                <a:cubicBezTo>
                  <a:pt x="381000" y="113858"/>
                  <a:pt x="393194" y="103188"/>
                  <a:pt x="408214" y="103188"/>
                </a:cubicBezTo>
                <a:cubicBezTo>
                  <a:pt x="423234" y="103188"/>
                  <a:pt x="435429" y="113858"/>
                  <a:pt x="435429" y="127000"/>
                </a:cubicBezTo>
                <a:cubicBezTo>
                  <a:pt x="435429" y="140142"/>
                  <a:pt x="423234" y="150813"/>
                  <a:pt x="408214" y="150813"/>
                </a:cubicBezTo>
                <a:cubicBezTo>
                  <a:pt x="393194" y="150813"/>
                  <a:pt x="381000" y="140142"/>
                  <a:pt x="381000" y="127000"/>
                </a:cubicBezTo>
                <a:close/>
                <a:moveTo>
                  <a:pt x="72571" y="285750"/>
                </a:moveTo>
                <a:cubicBezTo>
                  <a:pt x="32544" y="285750"/>
                  <a:pt x="0" y="314226"/>
                  <a:pt x="0" y="349250"/>
                </a:cubicBezTo>
                <a:lnTo>
                  <a:pt x="0" y="412750"/>
                </a:lnTo>
                <a:cubicBezTo>
                  <a:pt x="0" y="447774"/>
                  <a:pt x="32544" y="476250"/>
                  <a:pt x="72571" y="476250"/>
                </a:cubicBezTo>
                <a:lnTo>
                  <a:pt x="435429" y="476250"/>
                </a:lnTo>
                <a:cubicBezTo>
                  <a:pt x="475456" y="476250"/>
                  <a:pt x="508000" y="447774"/>
                  <a:pt x="508000" y="412750"/>
                </a:cubicBezTo>
                <a:lnTo>
                  <a:pt x="508000" y="349250"/>
                </a:lnTo>
                <a:cubicBezTo>
                  <a:pt x="508000" y="314226"/>
                  <a:pt x="475456" y="285750"/>
                  <a:pt x="435429" y="285750"/>
                </a:cubicBezTo>
                <a:lnTo>
                  <a:pt x="72571" y="285750"/>
                </a:lnTo>
                <a:close/>
                <a:moveTo>
                  <a:pt x="317500" y="357188"/>
                </a:moveTo>
                <a:cubicBezTo>
                  <a:pt x="332520" y="357188"/>
                  <a:pt x="344714" y="367858"/>
                  <a:pt x="344714" y="381000"/>
                </a:cubicBezTo>
                <a:cubicBezTo>
                  <a:pt x="344714" y="394142"/>
                  <a:pt x="332520" y="404813"/>
                  <a:pt x="317500" y="404813"/>
                </a:cubicBezTo>
                <a:cubicBezTo>
                  <a:pt x="302480" y="404813"/>
                  <a:pt x="290286" y="394142"/>
                  <a:pt x="290286" y="381000"/>
                </a:cubicBezTo>
                <a:cubicBezTo>
                  <a:pt x="290286" y="367858"/>
                  <a:pt x="302480" y="357188"/>
                  <a:pt x="317500" y="357188"/>
                </a:cubicBezTo>
                <a:close/>
                <a:moveTo>
                  <a:pt x="381000" y="381000"/>
                </a:moveTo>
                <a:cubicBezTo>
                  <a:pt x="381000" y="367858"/>
                  <a:pt x="393194" y="357188"/>
                  <a:pt x="408214" y="357188"/>
                </a:cubicBezTo>
                <a:cubicBezTo>
                  <a:pt x="423234" y="357188"/>
                  <a:pt x="435429" y="367858"/>
                  <a:pt x="435429" y="381000"/>
                </a:cubicBezTo>
                <a:cubicBezTo>
                  <a:pt x="435429" y="394142"/>
                  <a:pt x="423234" y="404813"/>
                  <a:pt x="408214" y="404813"/>
                </a:cubicBezTo>
                <a:cubicBezTo>
                  <a:pt x="393194" y="404813"/>
                  <a:pt x="381000" y="394142"/>
                  <a:pt x="381000" y="381000"/>
                </a:cubicBez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22" name="Text 20"/>
          <p:cNvSpPr/>
          <p:nvPr/>
        </p:nvSpPr>
        <p:spPr>
          <a:xfrm>
            <a:off x="4457700" y="4381500"/>
            <a:ext cx="3048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Scalable Architecture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57700" y="4714875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Maintain a robust MEAN stack architecture capable of handling growing demand</a:t>
            </a:r>
            <a:endParaRPr lang="en-US" sz="1200" dirty="0"/>
          </a:p>
        </p:txBody>
      </p:sp>
      <p:pic>
        <p:nvPicPr>
          <p:cNvPr id="24" name="Image 0" descr="https://kimi-img.moonshot.cn/pub/slides/okc/6u2crcj2oqijq/mnt/agents/output/template_converte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6391275"/>
            <a:ext cx="647700" cy="4191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667500" y="6429375"/>
            <a:ext cx="4762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2026 - RPS Consulting all rights reserved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1525250" y="6429375"/>
            <a:ext cx="4762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90500"/>
            <a:ext cx="10477500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700" dirty="0">
                <a:solidFill>
                  <a:srgbClr val="0187C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66700" y="742950"/>
            <a:ext cx="762000" cy="381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4" name="Shape 2"/>
          <p:cNvSpPr/>
          <p:nvPr/>
        </p:nvSpPr>
        <p:spPr>
          <a:xfrm>
            <a:off x="266700" y="1000125"/>
            <a:ext cx="5619750" cy="24765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5" name="Shape 3"/>
          <p:cNvSpPr/>
          <p:nvPr/>
        </p:nvSpPr>
        <p:spPr>
          <a:xfrm>
            <a:off x="495300" y="11430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6" name="Text 4"/>
          <p:cNvSpPr/>
          <p:nvPr/>
        </p:nvSpPr>
        <p:spPr>
          <a:xfrm>
            <a:off x="952500" y="1143000"/>
            <a:ext cx="1905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95300" y="1600200"/>
            <a:ext cx="51911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Angular</a:t>
            </a: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modern architecture:</a:t>
            </a:r>
            <a:endParaRPr lang="en-US" sz="1200" dirty="0"/>
          </a:p>
          <a:p>
            <a:pPr marL="190500" indent="-190500">
              <a:lnSpc>
                <a:spcPct val="150000"/>
              </a:lnSpc>
              <a:spcBef>
                <a:spcPts val="8"/>
              </a:spcBef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Standalone Components</a:t>
            </a:r>
            <a:endParaRPr lang="en-US" sz="1200" dirty="0"/>
          </a:p>
          <a:p>
            <a:pPr marL="190500" indent="-190500">
              <a:lnSpc>
                <a:spcPct val="150000"/>
              </a:lnSpc>
              <a:spcBef>
                <a:spcPts val="8"/>
              </a:spcBef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Signals for state management</a:t>
            </a:r>
            <a:endParaRPr lang="en-US" sz="1200" dirty="0"/>
          </a:p>
          <a:p>
            <a:pPr marL="190500" indent="-190500">
              <a:lnSpc>
                <a:spcPct val="150000"/>
              </a:lnSpc>
              <a:spcBef>
                <a:spcPts val="8"/>
              </a:spcBef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Reactive Forms &amp; Router</a:t>
            </a:r>
            <a:endParaRPr lang="en-US" sz="1200" dirty="0"/>
          </a:p>
          <a:p>
            <a:pPr marL="190500" indent="-190500">
              <a:lnSpc>
                <a:spcPct val="150000"/>
              </a:lnSpc>
              <a:spcBef>
                <a:spcPts val="8"/>
              </a:spcBef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RxJS &amp; HttpClient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76950" y="1000125"/>
            <a:ext cx="5848350" cy="24765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9" name="Shape 7"/>
          <p:cNvSpPr/>
          <p:nvPr/>
        </p:nvSpPr>
        <p:spPr>
          <a:xfrm>
            <a:off x="6305550" y="11430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5314" y="28575"/>
                </a:moveTo>
                <a:cubicBezTo>
                  <a:pt x="29289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9289" y="200025"/>
                  <a:pt x="65314" y="200025"/>
                </a:cubicBezTo>
                <a:lnTo>
                  <a:pt x="391886" y="200025"/>
                </a:lnTo>
                <a:cubicBezTo>
                  <a:pt x="427911" y="200025"/>
                  <a:pt x="457200" y="174397"/>
                  <a:pt x="457200" y="142875"/>
                </a:cubicBezTo>
                <a:lnTo>
                  <a:pt x="457200" y="85725"/>
                </a:lnTo>
                <a:cubicBezTo>
                  <a:pt x="457200" y="54203"/>
                  <a:pt x="427911" y="28575"/>
                  <a:pt x="391886" y="28575"/>
                </a:cubicBezTo>
                <a:lnTo>
                  <a:pt x="65314" y="28575"/>
                </a:lnTo>
                <a:close/>
                <a:moveTo>
                  <a:pt x="285750" y="92869"/>
                </a:moveTo>
                <a:cubicBezTo>
                  <a:pt x="299268" y="92869"/>
                  <a:pt x="310243" y="102472"/>
                  <a:pt x="310243" y="114300"/>
                </a:cubicBezTo>
                <a:cubicBezTo>
                  <a:pt x="310243" y="126128"/>
                  <a:pt x="299268" y="135731"/>
                  <a:pt x="285750" y="135731"/>
                </a:cubicBezTo>
                <a:cubicBezTo>
                  <a:pt x="272232" y="135731"/>
                  <a:pt x="261257" y="126128"/>
                  <a:pt x="261257" y="114300"/>
                </a:cubicBezTo>
                <a:cubicBezTo>
                  <a:pt x="261257" y="102472"/>
                  <a:pt x="272232" y="92869"/>
                  <a:pt x="285750" y="92869"/>
                </a:cubicBezTo>
                <a:close/>
                <a:moveTo>
                  <a:pt x="342900" y="114300"/>
                </a:moveTo>
                <a:cubicBezTo>
                  <a:pt x="342900" y="102472"/>
                  <a:pt x="353875" y="92869"/>
                  <a:pt x="367393" y="92869"/>
                </a:cubicBezTo>
                <a:cubicBezTo>
                  <a:pt x="380911" y="92869"/>
                  <a:pt x="391886" y="102472"/>
                  <a:pt x="391886" y="114300"/>
                </a:cubicBezTo>
                <a:cubicBezTo>
                  <a:pt x="391886" y="126128"/>
                  <a:pt x="380911" y="135731"/>
                  <a:pt x="367393" y="135731"/>
                </a:cubicBezTo>
                <a:cubicBezTo>
                  <a:pt x="353875" y="135731"/>
                  <a:pt x="342900" y="126128"/>
                  <a:pt x="342900" y="114300"/>
                </a:cubicBezTo>
                <a:close/>
                <a:moveTo>
                  <a:pt x="65314" y="257175"/>
                </a:moveTo>
                <a:cubicBezTo>
                  <a:pt x="29289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9289" y="428625"/>
                  <a:pt x="65314" y="428625"/>
                </a:cubicBezTo>
                <a:lnTo>
                  <a:pt x="391886" y="428625"/>
                </a:lnTo>
                <a:cubicBezTo>
                  <a:pt x="427911" y="428625"/>
                  <a:pt x="457200" y="402997"/>
                  <a:pt x="457200" y="371475"/>
                </a:cubicBezTo>
                <a:lnTo>
                  <a:pt x="457200" y="314325"/>
                </a:lnTo>
                <a:cubicBezTo>
                  <a:pt x="457200" y="282803"/>
                  <a:pt x="427911" y="257175"/>
                  <a:pt x="391886" y="257175"/>
                </a:cubicBezTo>
                <a:lnTo>
                  <a:pt x="65314" y="257175"/>
                </a:lnTo>
                <a:close/>
                <a:moveTo>
                  <a:pt x="285750" y="321469"/>
                </a:moveTo>
                <a:cubicBezTo>
                  <a:pt x="299268" y="321469"/>
                  <a:pt x="310243" y="331072"/>
                  <a:pt x="310243" y="342900"/>
                </a:cubicBezTo>
                <a:cubicBezTo>
                  <a:pt x="310243" y="354728"/>
                  <a:pt x="299268" y="364331"/>
                  <a:pt x="285750" y="364331"/>
                </a:cubicBezTo>
                <a:cubicBezTo>
                  <a:pt x="272232" y="364331"/>
                  <a:pt x="261257" y="354728"/>
                  <a:pt x="261257" y="342900"/>
                </a:cubicBezTo>
                <a:cubicBezTo>
                  <a:pt x="261257" y="331072"/>
                  <a:pt x="272232" y="321469"/>
                  <a:pt x="285750" y="321469"/>
                </a:cubicBezTo>
                <a:close/>
                <a:moveTo>
                  <a:pt x="342900" y="342900"/>
                </a:moveTo>
                <a:cubicBezTo>
                  <a:pt x="342900" y="331072"/>
                  <a:pt x="353875" y="321469"/>
                  <a:pt x="367393" y="321469"/>
                </a:cubicBezTo>
                <a:cubicBezTo>
                  <a:pt x="380911" y="321469"/>
                  <a:pt x="391886" y="331072"/>
                  <a:pt x="391886" y="342900"/>
                </a:cubicBezTo>
                <a:cubicBezTo>
                  <a:pt x="391886" y="354728"/>
                  <a:pt x="380911" y="364331"/>
                  <a:pt x="367393" y="364331"/>
                </a:cubicBezTo>
                <a:cubicBezTo>
                  <a:pt x="353875" y="364331"/>
                  <a:pt x="342900" y="354728"/>
                  <a:pt x="342900" y="342900"/>
                </a:cubicBez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0" name="Text 8"/>
          <p:cNvSpPr/>
          <p:nvPr/>
        </p:nvSpPr>
        <p:spPr>
          <a:xfrm>
            <a:off x="6762750" y="1143000"/>
            <a:ext cx="1905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Backend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305550" y="1600200"/>
            <a:ext cx="54197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Node.js &amp; Express.js</a:t>
            </a: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REST APIs:</a:t>
            </a:r>
            <a:endParaRPr lang="en-US" sz="1200" dirty="0"/>
          </a:p>
          <a:p>
            <a:pPr marL="190500" indent="-190500">
              <a:lnSpc>
                <a:spcPct val="150000"/>
              </a:lnSpc>
              <a:spcBef>
                <a:spcPts val="8"/>
              </a:spcBef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Mongoose ODM for MongoDB</a:t>
            </a:r>
            <a:endParaRPr lang="en-US" sz="1200" dirty="0"/>
          </a:p>
          <a:p>
            <a:pPr marL="190500" indent="-190500">
              <a:lnSpc>
                <a:spcPct val="150000"/>
              </a:lnSpc>
              <a:spcBef>
                <a:spcPts val="8"/>
              </a:spcBef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 Authentication</a:t>
            </a:r>
            <a:endParaRPr lang="en-US" sz="1200" dirty="0"/>
          </a:p>
          <a:p>
            <a:pPr marL="190500" indent="-190500">
              <a:lnSpc>
                <a:spcPct val="150000"/>
              </a:lnSpc>
              <a:spcBef>
                <a:spcPts val="8"/>
              </a:spcBef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Multer for image uploads</a:t>
            </a:r>
            <a:endParaRPr lang="en-US" sz="1200" dirty="0"/>
          </a:p>
          <a:p>
            <a:pPr marL="190500" indent="-190500">
              <a:lnSpc>
                <a:spcPct val="150000"/>
              </a:lnSpc>
              <a:spcBef>
                <a:spcPts val="8"/>
              </a:spcBef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Bcrypt.js for password hashing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6700" y="3667125"/>
            <a:ext cx="5619750" cy="2286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3" name="Shape 11"/>
          <p:cNvSpPr/>
          <p:nvPr/>
        </p:nvSpPr>
        <p:spPr>
          <a:xfrm>
            <a:off x="495300" y="38100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183773"/>
                </a:moveTo>
                <a:cubicBezTo>
                  <a:pt x="442096" y="192524"/>
                  <a:pt x="424747" y="199579"/>
                  <a:pt x="406683" y="205204"/>
                </a:cubicBezTo>
                <a:cubicBezTo>
                  <a:pt x="358718" y="220206"/>
                  <a:pt x="295751" y="228600"/>
                  <a:pt x="228600" y="228600"/>
                </a:cubicBezTo>
                <a:cubicBezTo>
                  <a:pt x="161449" y="228600"/>
                  <a:pt x="98380" y="220117"/>
                  <a:pt x="50517" y="205204"/>
                </a:cubicBezTo>
                <a:cubicBezTo>
                  <a:pt x="32555" y="199579"/>
                  <a:pt x="15104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102360" y="328613"/>
                  <a:pt x="228600" y="328613"/>
                </a:cubicBezTo>
                <a:cubicBezTo>
                  <a:pt x="354840" y="328613"/>
                  <a:pt x="457200" y="296644"/>
                  <a:pt x="457200" y="257175"/>
                </a:cubicBezTo>
                <a:lnTo>
                  <a:pt x="457200" y="183773"/>
                </a:lnTo>
                <a:close/>
                <a:moveTo>
                  <a:pt x="457200" y="114300"/>
                </a:moveTo>
                <a:lnTo>
                  <a:pt x="457200" y="71438"/>
                </a:lnTo>
                <a:cubicBezTo>
                  <a:pt x="457200" y="31968"/>
                  <a:pt x="354840" y="0"/>
                  <a:pt x="228600" y="0"/>
                </a:cubicBezTo>
                <a:cubicBezTo>
                  <a:pt x="102360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102360" y="185738"/>
                  <a:pt x="228600" y="185738"/>
                </a:cubicBezTo>
                <a:cubicBezTo>
                  <a:pt x="354840" y="185738"/>
                  <a:pt x="457200" y="153769"/>
                  <a:pt x="457200" y="114300"/>
                </a:cubicBezTo>
                <a:close/>
                <a:moveTo>
                  <a:pt x="406683" y="348079"/>
                </a:moveTo>
                <a:cubicBezTo>
                  <a:pt x="358820" y="362992"/>
                  <a:pt x="295853" y="371475"/>
                  <a:pt x="228600" y="371475"/>
                </a:cubicBezTo>
                <a:cubicBezTo>
                  <a:pt x="161347" y="371475"/>
                  <a:pt x="98380" y="362992"/>
                  <a:pt x="50517" y="348079"/>
                </a:cubicBezTo>
                <a:cubicBezTo>
                  <a:pt x="32555" y="342454"/>
                  <a:pt x="15104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102360" y="457200"/>
                  <a:pt x="228600" y="457200"/>
                </a:cubicBezTo>
                <a:cubicBezTo>
                  <a:pt x="354840" y="457200"/>
                  <a:pt x="457200" y="425232"/>
                  <a:pt x="457200" y="385763"/>
                </a:cubicBezTo>
                <a:lnTo>
                  <a:pt x="457200" y="326648"/>
                </a:lnTo>
                <a:cubicBezTo>
                  <a:pt x="442096" y="335399"/>
                  <a:pt x="424747" y="342454"/>
                  <a:pt x="406683" y="348079"/>
                </a:cubicBez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4" name="Text 12"/>
          <p:cNvSpPr/>
          <p:nvPr/>
        </p:nvSpPr>
        <p:spPr>
          <a:xfrm>
            <a:off x="952500" y="3810000"/>
            <a:ext cx="1905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Database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95300" y="4267200"/>
            <a:ext cx="519112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MongoDB</a:t>
            </a: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NoSQL Document Store:</a:t>
            </a:r>
            <a:endParaRPr lang="en-US" sz="1200" dirty="0"/>
          </a:p>
          <a:p>
            <a:pPr marL="190500" indent="-190500">
              <a:lnSpc>
                <a:spcPct val="150000"/>
              </a:lnSpc>
              <a:spcBef>
                <a:spcPts val="8"/>
              </a:spcBef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Flexible schema design</a:t>
            </a:r>
            <a:endParaRPr lang="en-US" sz="1200" dirty="0"/>
          </a:p>
          <a:p>
            <a:pPr marL="190500" indent="-190500">
              <a:lnSpc>
                <a:spcPct val="150000"/>
              </a:lnSpc>
              <a:spcBef>
                <a:spcPts val="8"/>
              </a:spcBef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Localized clusters</a:t>
            </a:r>
            <a:endParaRPr lang="en-US" sz="1200" dirty="0"/>
          </a:p>
          <a:p>
            <a:pPr marL="190500" indent="-190500">
              <a:lnSpc>
                <a:spcPct val="150000"/>
              </a:lnSpc>
              <a:spcBef>
                <a:spcPts val="8"/>
              </a:spcBef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 performance queries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76950" y="3667125"/>
            <a:ext cx="5848350" cy="2286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7" name="Shape 15"/>
          <p:cNvSpPr/>
          <p:nvPr/>
        </p:nvSpPr>
        <p:spPr>
          <a:xfrm>
            <a:off x="6305550" y="38100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4336" y="88047"/>
                </a:moveTo>
                <a:cubicBezTo>
                  <a:pt x="410369" y="81260"/>
                  <a:pt x="420449" y="82957"/>
                  <a:pt x="423466" y="91886"/>
                </a:cubicBezTo>
                <a:cubicBezTo>
                  <a:pt x="428863" y="107692"/>
                  <a:pt x="431800" y="124926"/>
                  <a:pt x="431800" y="142875"/>
                </a:cubicBezTo>
                <a:cubicBezTo>
                  <a:pt x="431800" y="221813"/>
                  <a:pt x="374968" y="285750"/>
                  <a:pt x="304800" y="285750"/>
                </a:cubicBezTo>
                <a:cubicBezTo>
                  <a:pt x="290909" y="285750"/>
                  <a:pt x="277495" y="283250"/>
                  <a:pt x="264954" y="278606"/>
                </a:cubicBezTo>
                <a:lnTo>
                  <a:pt x="116602" y="445502"/>
                </a:lnTo>
                <a:cubicBezTo>
                  <a:pt x="94298" y="470595"/>
                  <a:pt x="58103" y="470595"/>
                  <a:pt x="35798" y="445502"/>
                </a:cubicBezTo>
                <a:cubicBezTo>
                  <a:pt x="13494" y="420410"/>
                  <a:pt x="13494" y="379690"/>
                  <a:pt x="35798" y="354598"/>
                </a:cubicBezTo>
                <a:lnTo>
                  <a:pt x="184150" y="187702"/>
                </a:lnTo>
                <a:cubicBezTo>
                  <a:pt x="180023" y="173593"/>
                  <a:pt x="177800" y="158591"/>
                  <a:pt x="177800" y="142875"/>
                </a:cubicBezTo>
                <a:cubicBezTo>
                  <a:pt x="177800" y="63937"/>
                  <a:pt x="234633" y="0"/>
                  <a:pt x="304800" y="0"/>
                </a:cubicBezTo>
                <a:cubicBezTo>
                  <a:pt x="320754" y="0"/>
                  <a:pt x="336074" y="3304"/>
                  <a:pt x="350123" y="9376"/>
                </a:cubicBezTo>
                <a:cubicBezTo>
                  <a:pt x="358061" y="12769"/>
                  <a:pt x="359489" y="24110"/>
                  <a:pt x="353536" y="30897"/>
                </a:cubicBezTo>
                <a:lnTo>
                  <a:pt x="283131" y="110103"/>
                </a:lnTo>
                <a:cubicBezTo>
                  <a:pt x="280749" y="112782"/>
                  <a:pt x="279400" y="116443"/>
                  <a:pt x="279400" y="120194"/>
                </a:cubicBezTo>
                <a:lnTo>
                  <a:pt x="279400" y="157163"/>
                </a:lnTo>
                <a:cubicBezTo>
                  <a:pt x="279400" y="165021"/>
                  <a:pt x="285115" y="171450"/>
                  <a:pt x="292100" y="171450"/>
                </a:cubicBezTo>
                <a:lnTo>
                  <a:pt x="324961" y="171450"/>
                </a:lnTo>
                <a:cubicBezTo>
                  <a:pt x="328295" y="171450"/>
                  <a:pt x="331549" y="169932"/>
                  <a:pt x="333931" y="167253"/>
                </a:cubicBezTo>
                <a:lnTo>
                  <a:pt x="404336" y="88047"/>
                </a:ln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8" name="Text 16"/>
          <p:cNvSpPr/>
          <p:nvPr/>
        </p:nvSpPr>
        <p:spPr>
          <a:xfrm>
            <a:off x="6762750" y="3810000"/>
            <a:ext cx="285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Development Tools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305550" y="4267200"/>
            <a:ext cx="541972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50000"/>
              </a:lnSpc>
              <a:spcBef>
                <a:spcPts val="8"/>
              </a:spcBef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VS Code</a:t>
            </a:r>
            <a:endParaRPr lang="en-US" sz="1200" dirty="0"/>
          </a:p>
          <a:p>
            <a:pPr marL="190500" indent="-190500">
              <a:lnSpc>
                <a:spcPct val="150000"/>
              </a:lnSpc>
              <a:spcBef>
                <a:spcPts val="8"/>
              </a:spcBef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 / GitHub</a:t>
            </a:r>
            <a:endParaRPr lang="en-US" sz="1200" dirty="0"/>
          </a:p>
          <a:p>
            <a:pPr marL="190500" indent="-190500">
              <a:lnSpc>
                <a:spcPct val="150000"/>
              </a:lnSpc>
              <a:spcBef>
                <a:spcPts val="8"/>
              </a:spcBef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Postman</a:t>
            </a:r>
            <a:endParaRPr lang="en-US" sz="1200" dirty="0"/>
          </a:p>
          <a:p>
            <a:pPr marL="190500" indent="-190500">
              <a:lnSpc>
                <a:spcPct val="150000"/>
              </a:lnSpc>
              <a:spcBef>
                <a:spcPts val="8"/>
              </a:spcBef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MongoDB Compass</a:t>
            </a:r>
            <a:endParaRPr lang="en-US" sz="1200" dirty="0"/>
          </a:p>
          <a:p>
            <a:pPr marL="190500" indent="-190500">
              <a:lnSpc>
                <a:spcPct val="150000"/>
              </a:lnSpc>
              <a:spcBef>
                <a:spcPts val="8"/>
              </a:spcBef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Node Package Manager (NPM)</a:t>
            </a:r>
            <a:endParaRPr lang="en-US" sz="1200" dirty="0"/>
          </a:p>
        </p:txBody>
      </p:sp>
      <p:pic>
        <p:nvPicPr>
          <p:cNvPr id="20" name="Image 0" descr="https://kimi-img.moonshot.cn/pub/slides/okc/6u2crcj2oqijq/mnt/agents/output/template_converte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6391275"/>
            <a:ext cx="647700" cy="4191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667500" y="6429375"/>
            <a:ext cx="4762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2026 - RPS Consulting all rights reserved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525250" y="6429375"/>
            <a:ext cx="4762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90500"/>
            <a:ext cx="10477500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700" dirty="0">
                <a:solidFill>
                  <a:srgbClr val="0187C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66700" y="742950"/>
            <a:ext cx="762000" cy="381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4" name="Text 2"/>
          <p:cNvSpPr/>
          <p:nvPr/>
        </p:nvSpPr>
        <p:spPr>
          <a:xfrm>
            <a:off x="266700" y="823352"/>
            <a:ext cx="116586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3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TruYum follows a modern </a:t>
            </a:r>
            <a:r>
              <a:rPr lang="en-US" sz="135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3-tier client-server architecture</a:t>
            </a:r>
            <a:r>
              <a:rPr lang="en-US" sz="13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clear separation of concerns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667250" y="1238250"/>
            <a:ext cx="2857500" cy="571500"/>
          </a:xfrm>
          <a:prstGeom prst="rect">
            <a:avLst/>
          </a:pr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6" name="Text 4"/>
          <p:cNvSpPr/>
          <p:nvPr/>
        </p:nvSpPr>
        <p:spPr>
          <a:xfrm>
            <a:off x="4667250" y="1238250"/>
            <a:ext cx="2857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Customer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48375" y="1809750"/>
            <a:ext cx="0" cy="428625"/>
          </a:xfrm>
          <a:prstGeom prst="straightConnector1">
            <a:avLst/>
          </a:prstGeom>
          <a:noFill/>
          <a:ln w="38100">
            <a:solidFill>
              <a:srgbClr val="0187C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IN" sz="1350"/>
          </a:p>
        </p:txBody>
      </p:sp>
      <p:sp>
        <p:nvSpPr>
          <p:cNvPr id="8" name="Shape 6"/>
          <p:cNvSpPr/>
          <p:nvPr/>
        </p:nvSpPr>
        <p:spPr>
          <a:xfrm>
            <a:off x="4191000" y="2238375"/>
            <a:ext cx="3810000" cy="571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9" name="Text 7"/>
          <p:cNvSpPr/>
          <p:nvPr/>
        </p:nvSpPr>
        <p:spPr>
          <a:xfrm>
            <a:off x="4191000" y="2238375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Angular Frontend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48375" y="2809875"/>
            <a:ext cx="0" cy="428625"/>
          </a:xfrm>
          <a:prstGeom prst="straightConnector1">
            <a:avLst/>
          </a:prstGeom>
          <a:noFill/>
          <a:ln w="38100">
            <a:solidFill>
              <a:srgbClr val="156082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IN" sz="1350"/>
          </a:p>
        </p:txBody>
      </p:sp>
      <p:sp>
        <p:nvSpPr>
          <p:cNvPr id="11" name="Shape 9"/>
          <p:cNvSpPr/>
          <p:nvPr/>
        </p:nvSpPr>
        <p:spPr>
          <a:xfrm>
            <a:off x="4429125" y="3238500"/>
            <a:ext cx="3333750" cy="5715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2" name="Text 10"/>
          <p:cNvSpPr/>
          <p:nvPr/>
        </p:nvSpPr>
        <p:spPr>
          <a:xfrm>
            <a:off x="4429125" y="3238500"/>
            <a:ext cx="333375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REST API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48375" y="3810000"/>
            <a:ext cx="0" cy="428625"/>
          </a:xfrm>
          <a:prstGeom prst="straightConnector1">
            <a:avLst/>
          </a:prstGeom>
          <a:noFill/>
          <a:ln w="38100">
            <a:solidFill>
              <a:srgbClr val="E97132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IN" sz="1350"/>
          </a:p>
        </p:txBody>
      </p:sp>
      <p:sp>
        <p:nvSpPr>
          <p:cNvPr id="14" name="Shape 12"/>
          <p:cNvSpPr/>
          <p:nvPr/>
        </p:nvSpPr>
        <p:spPr>
          <a:xfrm>
            <a:off x="4191000" y="4238625"/>
            <a:ext cx="3810000" cy="571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5" name="Text 13"/>
          <p:cNvSpPr/>
          <p:nvPr/>
        </p:nvSpPr>
        <p:spPr>
          <a:xfrm>
            <a:off x="4191000" y="4238625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Express Server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48375" y="4810125"/>
            <a:ext cx="0" cy="428625"/>
          </a:xfrm>
          <a:prstGeom prst="straightConnector1">
            <a:avLst/>
          </a:prstGeom>
          <a:noFill/>
          <a:ln w="38100">
            <a:solidFill>
              <a:srgbClr val="156082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IN" sz="1350"/>
          </a:p>
        </p:txBody>
      </p:sp>
      <p:sp>
        <p:nvSpPr>
          <p:cNvPr id="17" name="Shape 15"/>
          <p:cNvSpPr/>
          <p:nvPr/>
        </p:nvSpPr>
        <p:spPr>
          <a:xfrm>
            <a:off x="4429125" y="5238750"/>
            <a:ext cx="3333750" cy="476250"/>
          </a:xfrm>
          <a:prstGeom prst="rect">
            <a:avLst/>
          </a:prstGeom>
          <a:solidFill>
            <a:srgbClr val="0F9ED5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8" name="Text 16"/>
          <p:cNvSpPr/>
          <p:nvPr/>
        </p:nvSpPr>
        <p:spPr>
          <a:xfrm>
            <a:off x="4429125" y="5238750"/>
            <a:ext cx="333375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MongoDB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91250" y="1905000"/>
            <a:ext cx="1143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91250" y="2905125"/>
            <a:ext cx="1143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JSON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91250" y="3905250"/>
            <a:ext cx="1143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CRUD Ops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91250" y="4905375"/>
            <a:ext cx="1143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Queries</a:t>
            </a:r>
            <a:endParaRPr lang="en-US" sz="900" dirty="0"/>
          </a:p>
        </p:txBody>
      </p:sp>
      <p:pic>
        <p:nvPicPr>
          <p:cNvPr id="23" name="Image 0" descr="https://kimi-img.moonshot.cn/pub/slides/okc/6u2crcj2oqijq/mnt/agents/output/template_converte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6391275"/>
            <a:ext cx="647700" cy="4191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667500" y="6429375"/>
            <a:ext cx="4762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2026 - RPS Consulting all rights reserved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1525250" y="6429375"/>
            <a:ext cx="4762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90500"/>
            <a:ext cx="10477500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700" dirty="0">
                <a:solidFill>
                  <a:srgbClr val="0187C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Requirements &amp; User Roles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66700" y="742950"/>
            <a:ext cx="762000" cy="381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4" name="Shape 2"/>
          <p:cNvSpPr/>
          <p:nvPr/>
        </p:nvSpPr>
        <p:spPr>
          <a:xfrm>
            <a:off x="266700" y="952500"/>
            <a:ext cx="5715000" cy="5191125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5" name="Shape 3"/>
          <p:cNvSpPr/>
          <p:nvPr/>
        </p:nvSpPr>
        <p:spPr>
          <a:xfrm>
            <a:off x="495300" y="10953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96850"/>
                </a:moveTo>
                <a:cubicBezTo>
                  <a:pt x="263280" y="196850"/>
                  <a:pt x="312057" y="154170"/>
                  <a:pt x="312057" y="101600"/>
                </a:cubicBezTo>
                <a:cubicBezTo>
                  <a:pt x="312057" y="49030"/>
                  <a:pt x="263280" y="6350"/>
                  <a:pt x="203200" y="6350"/>
                </a:cubicBezTo>
                <a:cubicBezTo>
                  <a:pt x="143120" y="6350"/>
                  <a:pt x="94343" y="49030"/>
                  <a:pt x="94343" y="101600"/>
                </a:cubicBezTo>
                <a:cubicBezTo>
                  <a:pt x="94343" y="154170"/>
                  <a:pt x="143120" y="196850"/>
                  <a:pt x="203200" y="196850"/>
                </a:cubicBezTo>
                <a:close/>
                <a:moveTo>
                  <a:pt x="176258" y="241300"/>
                </a:moveTo>
                <a:cubicBezTo>
                  <a:pt x="86904" y="241300"/>
                  <a:pt x="14514" y="304641"/>
                  <a:pt x="14514" y="382826"/>
                </a:cubicBezTo>
                <a:cubicBezTo>
                  <a:pt x="14514" y="395843"/>
                  <a:pt x="26579" y="406400"/>
                  <a:pt x="41456" y="406400"/>
                </a:cubicBezTo>
                <a:lnTo>
                  <a:pt x="364944" y="406400"/>
                </a:lnTo>
                <a:cubicBezTo>
                  <a:pt x="379821" y="406400"/>
                  <a:pt x="391886" y="395843"/>
                  <a:pt x="391886" y="382826"/>
                </a:cubicBezTo>
                <a:cubicBezTo>
                  <a:pt x="391886" y="304641"/>
                  <a:pt x="319496" y="241300"/>
                  <a:pt x="230142" y="241300"/>
                </a:cubicBezTo>
                <a:lnTo>
                  <a:pt x="176258" y="241300"/>
                </a:ln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6" name="Text 4"/>
          <p:cNvSpPr/>
          <p:nvPr/>
        </p:nvSpPr>
        <p:spPr>
          <a:xfrm>
            <a:off x="904875" y="1095375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Customer / End-User Role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95300" y="1524000"/>
            <a:ext cx="5286375" cy="447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Browse &amp; Discover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Browse gourmet categories and food items with rich visuals</a:t>
            </a:r>
            <a:endParaRPr lang="en-US" sz="1200" dirty="0"/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Search &amp; Filter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Search menu and filter items by Vegetarian, High-rated, Free Delivery</a:t>
            </a:r>
            <a:endParaRPr lang="en-US" sz="1200" dirty="0"/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Cart Management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Add/remove items with dynamic delivery charge calculation</a:t>
            </a:r>
            <a:endParaRPr lang="en-US" sz="1200" dirty="0"/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Secure Checkout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OTP-based login and saved address selection at checkout</a:t>
            </a:r>
            <a:endParaRPr lang="en-US" sz="1200" dirty="0"/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Reviews &amp; Ratings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Write star ratings and review comments on food details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952500"/>
            <a:ext cx="5753100" cy="519112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9" name="Shape 7"/>
          <p:cNvSpPr/>
          <p:nvPr/>
        </p:nvSpPr>
        <p:spPr>
          <a:xfrm>
            <a:off x="6400800" y="10953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8044" y="196850"/>
                </a:moveTo>
                <a:cubicBezTo>
                  <a:pt x="204773" y="196850"/>
                  <a:pt x="242711" y="154170"/>
                  <a:pt x="242711" y="101600"/>
                </a:cubicBezTo>
                <a:cubicBezTo>
                  <a:pt x="242711" y="49030"/>
                  <a:pt x="204773" y="6350"/>
                  <a:pt x="158044" y="6350"/>
                </a:cubicBezTo>
                <a:cubicBezTo>
                  <a:pt x="111316" y="6350"/>
                  <a:pt x="73378" y="49030"/>
                  <a:pt x="73378" y="101600"/>
                </a:cubicBezTo>
                <a:cubicBezTo>
                  <a:pt x="73378" y="154170"/>
                  <a:pt x="111316" y="196850"/>
                  <a:pt x="158044" y="196850"/>
                </a:cubicBezTo>
                <a:close/>
                <a:moveTo>
                  <a:pt x="137089" y="241300"/>
                </a:moveTo>
                <a:cubicBezTo>
                  <a:pt x="67592" y="241300"/>
                  <a:pt x="11289" y="304641"/>
                  <a:pt x="11289" y="382826"/>
                </a:cubicBezTo>
                <a:cubicBezTo>
                  <a:pt x="11289" y="395843"/>
                  <a:pt x="20673" y="406400"/>
                  <a:pt x="32244" y="406400"/>
                </a:cubicBezTo>
                <a:lnTo>
                  <a:pt x="209691" y="406400"/>
                </a:lnTo>
                <a:cubicBezTo>
                  <a:pt x="184150" y="372586"/>
                  <a:pt x="169333" y="329009"/>
                  <a:pt x="169333" y="282892"/>
                </a:cubicBezTo>
                <a:lnTo>
                  <a:pt x="169333" y="258207"/>
                </a:lnTo>
                <a:cubicBezTo>
                  <a:pt x="169333" y="252412"/>
                  <a:pt x="170039" y="246698"/>
                  <a:pt x="171379" y="241300"/>
                </a:cubicBezTo>
                <a:lnTo>
                  <a:pt x="137089" y="241300"/>
                </a:lnTo>
                <a:close/>
                <a:moveTo>
                  <a:pt x="314184" y="387747"/>
                </a:moveTo>
                <a:lnTo>
                  <a:pt x="304800" y="392748"/>
                </a:lnTo>
                <a:lnTo>
                  <a:pt x="304800" y="243443"/>
                </a:lnTo>
                <a:lnTo>
                  <a:pt x="372533" y="268843"/>
                </a:lnTo>
                <a:lnTo>
                  <a:pt x="372533" y="284401"/>
                </a:lnTo>
                <a:cubicBezTo>
                  <a:pt x="372533" y="328692"/>
                  <a:pt x="349814" y="368935"/>
                  <a:pt x="314184" y="387826"/>
                </a:cubicBezTo>
                <a:close/>
                <a:moveTo>
                  <a:pt x="297674" y="205978"/>
                </a:moveTo>
                <a:lnTo>
                  <a:pt x="218652" y="235585"/>
                </a:lnTo>
                <a:cubicBezTo>
                  <a:pt x="209409" y="239078"/>
                  <a:pt x="203200" y="248761"/>
                  <a:pt x="203200" y="259715"/>
                </a:cubicBezTo>
                <a:lnTo>
                  <a:pt x="203200" y="284401"/>
                </a:lnTo>
                <a:cubicBezTo>
                  <a:pt x="203200" y="343456"/>
                  <a:pt x="233539" y="397192"/>
                  <a:pt x="280952" y="422275"/>
                </a:cubicBezTo>
                <a:lnTo>
                  <a:pt x="294005" y="429181"/>
                </a:lnTo>
                <a:cubicBezTo>
                  <a:pt x="297392" y="430927"/>
                  <a:pt x="301061" y="431879"/>
                  <a:pt x="304729" y="431879"/>
                </a:cubicBezTo>
                <a:cubicBezTo>
                  <a:pt x="308398" y="431879"/>
                  <a:pt x="312138" y="430927"/>
                  <a:pt x="315454" y="429181"/>
                </a:cubicBezTo>
                <a:lnTo>
                  <a:pt x="328507" y="422275"/>
                </a:lnTo>
                <a:cubicBezTo>
                  <a:pt x="376061" y="397113"/>
                  <a:pt x="406400" y="343376"/>
                  <a:pt x="406400" y="284321"/>
                </a:cubicBezTo>
                <a:lnTo>
                  <a:pt x="406400" y="259636"/>
                </a:lnTo>
                <a:cubicBezTo>
                  <a:pt x="406400" y="248682"/>
                  <a:pt x="400191" y="238998"/>
                  <a:pt x="390948" y="235506"/>
                </a:cubicBezTo>
                <a:lnTo>
                  <a:pt x="311926" y="205899"/>
                </a:lnTo>
                <a:cubicBezTo>
                  <a:pt x="307269" y="204152"/>
                  <a:pt x="302260" y="204152"/>
                  <a:pt x="297674" y="205899"/>
                </a:cubicBezTo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0" name="Text 8"/>
          <p:cNvSpPr/>
          <p:nvPr/>
        </p:nvSpPr>
        <p:spPr>
          <a:xfrm>
            <a:off x="6810375" y="1095375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Administrator Role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400800" y="1524000"/>
            <a:ext cx="5324475" cy="447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Sales Dashboard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 metrics: Revenue, Total Orders, Status Breakdown</a:t>
            </a:r>
            <a:endParaRPr lang="en-US" sz="1200" dirty="0"/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Menu Management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IN" sz="1200" dirty="0">
                <a:latin typeface="MiSans"/>
              </a:rPr>
              <a:t>Add &amp; Edit food items with seamless image uploading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/>
                <a:ea typeface="MiSans" pitchFamily="34" charset="-122"/>
                <a:cs typeface="MiSans" pitchFamily="34" charset="-120"/>
              </a:rPr>
              <a:t>Stock </a:t>
            </a: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 items In-Stock or Out-of-Stock with dynamic grey-out</a:t>
            </a:r>
            <a:endParaRPr lang="en-US" sz="1200" dirty="0"/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Order Tracking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Update order delivery progress and payment statuses</a:t>
            </a:r>
            <a:endParaRPr lang="en-US" sz="1200" dirty="0"/>
          </a:p>
        </p:txBody>
      </p:sp>
      <p:pic>
        <p:nvPicPr>
          <p:cNvPr id="12" name="Image 0" descr="https://kimi-img.moonshot.cn/pub/slides/okc/6u2crcj2oqijq/mnt/agents/output/template_converte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6391275"/>
            <a:ext cx="647700" cy="4191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667500" y="6429375"/>
            <a:ext cx="4762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2026 - RPS Consulting all rights reserved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525250" y="6429375"/>
            <a:ext cx="4762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BC9D1DB-B37B-4BD2-B3ED-432A966D7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354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F5D87A-E98B-B434-4ED0-3ECCCED26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0"/>
            <a:ext cx="6095999" cy="68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49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226B20-8DF7-C5AA-95C7-1D7E6884B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736"/>
            <a:ext cx="12192000" cy="689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89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90500"/>
            <a:ext cx="10477500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700" dirty="0">
                <a:solidFill>
                  <a:srgbClr val="0187C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MongoDB Collection Layout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66700" y="742950"/>
            <a:ext cx="762000" cy="381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4" name="Text 2"/>
          <p:cNvSpPr/>
          <p:nvPr/>
        </p:nvSpPr>
        <p:spPr>
          <a:xfrm>
            <a:off x="266700" y="876300"/>
            <a:ext cx="1165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3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TruYum uses </a:t>
            </a:r>
            <a:r>
              <a:rPr lang="en-US" sz="135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core collections</a:t>
            </a:r>
            <a:r>
              <a:rPr lang="en-US" sz="13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designed for scalability and performance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66700" y="1333500"/>
            <a:ext cx="3619500" cy="2286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6" name="Shape 4"/>
          <p:cNvSpPr/>
          <p:nvPr/>
        </p:nvSpPr>
        <p:spPr>
          <a:xfrm>
            <a:off x="457200" y="147637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11112"/>
                </a:moveTo>
                <a:cubicBezTo>
                  <a:pt x="209692" y="11112"/>
                  <a:pt x="235585" y="43478"/>
                  <a:pt x="235585" y="83344"/>
                </a:cubicBezTo>
                <a:cubicBezTo>
                  <a:pt x="235585" y="123209"/>
                  <a:pt x="209692" y="155575"/>
                  <a:pt x="177800" y="155575"/>
                </a:cubicBezTo>
                <a:cubicBezTo>
                  <a:pt x="145908" y="155575"/>
                  <a:pt x="120015" y="123209"/>
                  <a:pt x="120015" y="83344"/>
                </a:cubicBezTo>
                <a:cubicBezTo>
                  <a:pt x="120015" y="43478"/>
                  <a:pt x="145908" y="11113"/>
                  <a:pt x="177800" y="11112"/>
                </a:cubicBezTo>
                <a:close/>
                <a:moveTo>
                  <a:pt x="53340" y="61119"/>
                </a:moveTo>
                <a:cubicBezTo>
                  <a:pt x="75419" y="61119"/>
                  <a:pt x="93345" y="83526"/>
                  <a:pt x="93345" y="111125"/>
                </a:cubicBezTo>
                <a:cubicBezTo>
                  <a:pt x="93345" y="138724"/>
                  <a:pt x="75419" y="161131"/>
                  <a:pt x="53340" y="161131"/>
                </a:cubicBezTo>
                <a:cubicBezTo>
                  <a:pt x="31261" y="161131"/>
                  <a:pt x="13335" y="138724"/>
                  <a:pt x="13335" y="111125"/>
                </a:cubicBezTo>
                <a:cubicBezTo>
                  <a:pt x="13335" y="83526"/>
                  <a:pt x="31261" y="61119"/>
                  <a:pt x="53340" y="61119"/>
                </a:cubicBezTo>
                <a:close/>
                <a:moveTo>
                  <a:pt x="0" y="288925"/>
                </a:moveTo>
                <a:cubicBezTo>
                  <a:pt x="0" y="239822"/>
                  <a:pt x="31837" y="200025"/>
                  <a:pt x="71120" y="200025"/>
                </a:cubicBezTo>
                <a:cubicBezTo>
                  <a:pt x="78232" y="200025"/>
                  <a:pt x="85122" y="201345"/>
                  <a:pt x="91623" y="203775"/>
                </a:cubicBezTo>
                <a:cubicBezTo>
                  <a:pt x="73343" y="229334"/>
                  <a:pt x="62230" y="263088"/>
                  <a:pt x="62230" y="300038"/>
                </a:cubicBezTo>
                <a:lnTo>
                  <a:pt x="62230" y="311150"/>
                </a:lnTo>
                <a:cubicBezTo>
                  <a:pt x="62230" y="319068"/>
                  <a:pt x="63564" y="326569"/>
                  <a:pt x="65953" y="333375"/>
                </a:cubicBezTo>
                <a:lnTo>
                  <a:pt x="17780" y="333375"/>
                </a:lnTo>
                <a:cubicBezTo>
                  <a:pt x="7945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289647" y="333375"/>
                </a:moveTo>
                <a:cubicBezTo>
                  <a:pt x="292036" y="326569"/>
                  <a:pt x="293370" y="319068"/>
                  <a:pt x="293370" y="311150"/>
                </a:cubicBezTo>
                <a:lnTo>
                  <a:pt x="293370" y="300038"/>
                </a:lnTo>
                <a:cubicBezTo>
                  <a:pt x="293370" y="263088"/>
                  <a:pt x="282257" y="229334"/>
                  <a:pt x="263977" y="203775"/>
                </a:cubicBezTo>
                <a:cubicBezTo>
                  <a:pt x="270478" y="201345"/>
                  <a:pt x="277368" y="200025"/>
                  <a:pt x="284480" y="200025"/>
                </a:cubicBezTo>
                <a:cubicBezTo>
                  <a:pt x="323763" y="200025"/>
                  <a:pt x="355600" y="239822"/>
                  <a:pt x="355600" y="288925"/>
                </a:cubicBezTo>
                <a:lnTo>
                  <a:pt x="355600" y="311150"/>
                </a:lnTo>
                <a:cubicBezTo>
                  <a:pt x="355600" y="323443"/>
                  <a:pt x="347655" y="333375"/>
                  <a:pt x="337820" y="333375"/>
                </a:cubicBezTo>
                <a:lnTo>
                  <a:pt x="289647" y="333375"/>
                </a:lnTo>
                <a:close/>
                <a:moveTo>
                  <a:pt x="262255" y="111125"/>
                </a:moveTo>
                <a:cubicBezTo>
                  <a:pt x="262255" y="83526"/>
                  <a:pt x="280181" y="61119"/>
                  <a:pt x="302260" y="61119"/>
                </a:cubicBezTo>
                <a:cubicBezTo>
                  <a:pt x="324339" y="61119"/>
                  <a:pt x="342265" y="83526"/>
                  <a:pt x="342265" y="111125"/>
                </a:cubicBezTo>
                <a:cubicBezTo>
                  <a:pt x="342265" y="138724"/>
                  <a:pt x="324339" y="161131"/>
                  <a:pt x="302260" y="161131"/>
                </a:cubicBezTo>
                <a:cubicBezTo>
                  <a:pt x="280181" y="161131"/>
                  <a:pt x="262255" y="138724"/>
                  <a:pt x="262255" y="111125"/>
                </a:cubicBezTo>
                <a:close/>
                <a:moveTo>
                  <a:pt x="88900" y="300038"/>
                </a:moveTo>
                <a:cubicBezTo>
                  <a:pt x="88900" y="238641"/>
                  <a:pt x="128683" y="188913"/>
                  <a:pt x="177800" y="188913"/>
                </a:cubicBezTo>
                <a:cubicBezTo>
                  <a:pt x="226917" y="188913"/>
                  <a:pt x="266700" y="238641"/>
                  <a:pt x="266700" y="300038"/>
                </a:cubicBezTo>
                <a:lnTo>
                  <a:pt x="266700" y="311150"/>
                </a:lnTo>
                <a:cubicBezTo>
                  <a:pt x="266700" y="323443"/>
                  <a:pt x="258755" y="333375"/>
                  <a:pt x="248920" y="333375"/>
                </a:cubicBezTo>
                <a:lnTo>
                  <a:pt x="106680" y="333375"/>
                </a:lnTo>
                <a:cubicBezTo>
                  <a:pt x="96845" y="333375"/>
                  <a:pt x="88900" y="323443"/>
                  <a:pt x="88900" y="311150"/>
                </a:cubicBezTo>
                <a:lnTo>
                  <a:pt x="88900" y="300038"/>
                </a:ln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7" name="Text 5"/>
          <p:cNvSpPr/>
          <p:nvPr/>
        </p:nvSpPr>
        <p:spPr>
          <a:xfrm>
            <a:off x="809625" y="1476375"/>
            <a:ext cx="1905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1857375"/>
            <a:ext cx="3238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Stores user credentials, roles (</a:t>
            </a:r>
            <a:r>
              <a:rPr lang="en-US" sz="105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CUSTOMER</a:t>
            </a: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or </a:t>
            </a:r>
            <a:r>
              <a:rPr lang="en-US" sz="105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</a:t>
            </a: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), phone numbers, and arrays of nested addresses.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76700" y="1333500"/>
            <a:ext cx="3619500" cy="2286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0" name="Shape 8"/>
          <p:cNvSpPr/>
          <p:nvPr/>
        </p:nvSpPr>
        <p:spPr>
          <a:xfrm>
            <a:off x="4267200" y="147637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37" y="266700"/>
                </a:moveTo>
                <a:cubicBezTo>
                  <a:pt x="27226" y="266700"/>
                  <a:pt x="22225" y="271701"/>
                  <a:pt x="22225" y="277813"/>
                </a:cubicBezTo>
                <a:cubicBezTo>
                  <a:pt x="22225" y="308511"/>
                  <a:pt x="47089" y="333375"/>
                  <a:pt x="77788" y="333375"/>
                </a:cubicBezTo>
                <a:lnTo>
                  <a:pt x="277813" y="333375"/>
                </a:lnTo>
                <a:cubicBezTo>
                  <a:pt x="308511" y="333375"/>
                  <a:pt x="333375" y="308511"/>
                  <a:pt x="333375" y="277813"/>
                </a:cubicBezTo>
                <a:cubicBezTo>
                  <a:pt x="333375" y="271701"/>
                  <a:pt x="328374" y="266700"/>
                  <a:pt x="322263" y="266700"/>
                </a:cubicBezTo>
                <a:lnTo>
                  <a:pt x="33337" y="266700"/>
                </a:lnTo>
                <a:close/>
                <a:moveTo>
                  <a:pt x="22225" y="140295"/>
                </a:moveTo>
                <a:cubicBezTo>
                  <a:pt x="22225" y="148769"/>
                  <a:pt x="29101" y="155575"/>
                  <a:pt x="37505" y="155575"/>
                </a:cubicBezTo>
                <a:lnTo>
                  <a:pt x="318095" y="155575"/>
                </a:lnTo>
                <a:cubicBezTo>
                  <a:pt x="326569" y="155575"/>
                  <a:pt x="333375" y="148699"/>
                  <a:pt x="333375" y="140295"/>
                </a:cubicBezTo>
                <a:cubicBezTo>
                  <a:pt x="333375" y="128349"/>
                  <a:pt x="331569" y="116403"/>
                  <a:pt x="325874" y="105916"/>
                </a:cubicBezTo>
                <a:cubicBezTo>
                  <a:pt x="310455" y="77579"/>
                  <a:pt x="268714" y="22225"/>
                  <a:pt x="177800" y="22225"/>
                </a:cubicBezTo>
                <a:cubicBezTo>
                  <a:pt x="86886" y="22225"/>
                  <a:pt x="45145" y="77510"/>
                  <a:pt x="29726" y="105916"/>
                </a:cubicBezTo>
                <a:cubicBezTo>
                  <a:pt x="24031" y="116403"/>
                  <a:pt x="22225" y="128349"/>
                  <a:pt x="22225" y="140295"/>
                </a:cubicBezTo>
                <a:close/>
                <a:moveTo>
                  <a:pt x="0" y="211138"/>
                </a:moveTo>
                <a:cubicBezTo>
                  <a:pt x="0" y="223431"/>
                  <a:pt x="9932" y="233363"/>
                  <a:pt x="22225" y="233363"/>
                </a:cubicBezTo>
                <a:lnTo>
                  <a:pt x="333375" y="233363"/>
                </a:lnTo>
                <a:cubicBezTo>
                  <a:pt x="345668" y="233363"/>
                  <a:pt x="355600" y="223431"/>
                  <a:pt x="355600" y="211138"/>
                </a:cubicBezTo>
                <a:cubicBezTo>
                  <a:pt x="355600" y="198844"/>
                  <a:pt x="345668" y="188913"/>
                  <a:pt x="333375" y="188913"/>
                </a:cubicBezTo>
                <a:lnTo>
                  <a:pt x="22225" y="188913"/>
                </a:lnTo>
                <a:cubicBezTo>
                  <a:pt x="9932" y="188913"/>
                  <a:pt x="0" y="198844"/>
                  <a:pt x="0" y="211138"/>
                </a:cubicBezTo>
                <a:close/>
                <a:moveTo>
                  <a:pt x="177800" y="50006"/>
                </a:moveTo>
                <a:cubicBezTo>
                  <a:pt x="187000" y="50006"/>
                  <a:pt x="194469" y="57475"/>
                  <a:pt x="194469" y="66675"/>
                </a:cubicBezTo>
                <a:cubicBezTo>
                  <a:pt x="194469" y="75875"/>
                  <a:pt x="187000" y="83344"/>
                  <a:pt x="177800" y="83344"/>
                </a:cubicBezTo>
                <a:cubicBezTo>
                  <a:pt x="168600" y="83344"/>
                  <a:pt x="161131" y="75875"/>
                  <a:pt x="161131" y="66675"/>
                </a:cubicBezTo>
                <a:cubicBezTo>
                  <a:pt x="161131" y="57475"/>
                  <a:pt x="168600" y="50006"/>
                  <a:pt x="177800" y="50006"/>
                </a:cubicBezTo>
                <a:close/>
                <a:moveTo>
                  <a:pt x="83344" y="88900"/>
                </a:moveTo>
                <a:cubicBezTo>
                  <a:pt x="83344" y="79700"/>
                  <a:pt x="90813" y="72231"/>
                  <a:pt x="100013" y="72231"/>
                </a:cubicBezTo>
                <a:cubicBezTo>
                  <a:pt x="109212" y="72231"/>
                  <a:pt x="116681" y="79700"/>
                  <a:pt x="116681" y="88900"/>
                </a:cubicBezTo>
                <a:cubicBezTo>
                  <a:pt x="116681" y="98100"/>
                  <a:pt x="109212" y="105569"/>
                  <a:pt x="100013" y="105569"/>
                </a:cubicBezTo>
                <a:cubicBezTo>
                  <a:pt x="90813" y="105569"/>
                  <a:pt x="83344" y="98100"/>
                  <a:pt x="83344" y="88900"/>
                </a:cubicBezTo>
                <a:close/>
                <a:moveTo>
                  <a:pt x="255587" y="72231"/>
                </a:moveTo>
                <a:cubicBezTo>
                  <a:pt x="264787" y="72231"/>
                  <a:pt x="272256" y="79700"/>
                  <a:pt x="272256" y="88900"/>
                </a:cubicBezTo>
                <a:cubicBezTo>
                  <a:pt x="272256" y="98100"/>
                  <a:pt x="264787" y="105569"/>
                  <a:pt x="255587" y="105569"/>
                </a:cubicBezTo>
                <a:cubicBezTo>
                  <a:pt x="246388" y="105569"/>
                  <a:pt x="238919" y="98100"/>
                  <a:pt x="238919" y="88900"/>
                </a:cubicBezTo>
                <a:cubicBezTo>
                  <a:pt x="238919" y="79700"/>
                  <a:pt x="246388" y="72231"/>
                  <a:pt x="255587" y="72231"/>
                </a:cubicBez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1" name="Text 9"/>
          <p:cNvSpPr/>
          <p:nvPr/>
        </p:nvSpPr>
        <p:spPr>
          <a:xfrm>
            <a:off x="4619625" y="1476375"/>
            <a:ext cx="1905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foods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67200" y="1857375"/>
            <a:ext cx="3238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Stores gourmet details, rating metrics, launch dates, active stock flags, and nested reviews array.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86700" y="1333500"/>
            <a:ext cx="4038600" cy="2286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4" name="Shape 12"/>
          <p:cNvSpPr/>
          <p:nvPr/>
        </p:nvSpPr>
        <p:spPr>
          <a:xfrm>
            <a:off x="8077200" y="147637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7685" y="27156"/>
                </a:moveTo>
                <a:lnTo>
                  <a:pt x="339178" y="131544"/>
                </a:lnTo>
                <a:cubicBezTo>
                  <a:pt x="356279" y="151061"/>
                  <a:pt x="356279" y="182314"/>
                  <a:pt x="339178" y="201831"/>
                </a:cubicBezTo>
                <a:lnTo>
                  <a:pt x="242623" y="311775"/>
                </a:lnTo>
                <a:cubicBezTo>
                  <a:pt x="236881" y="318304"/>
                  <a:pt x="227498" y="318373"/>
                  <a:pt x="221694" y="311914"/>
                </a:cubicBezTo>
                <a:cubicBezTo>
                  <a:pt x="215891" y="305455"/>
                  <a:pt x="215829" y="294898"/>
                  <a:pt x="221571" y="288369"/>
                </a:cubicBezTo>
                <a:lnTo>
                  <a:pt x="318126" y="178356"/>
                </a:lnTo>
                <a:cubicBezTo>
                  <a:pt x="323806" y="171896"/>
                  <a:pt x="323806" y="161409"/>
                  <a:pt x="318126" y="154950"/>
                </a:cubicBezTo>
                <a:lnTo>
                  <a:pt x="226572" y="50631"/>
                </a:lnTo>
                <a:cubicBezTo>
                  <a:pt x="220830" y="44103"/>
                  <a:pt x="220892" y="33546"/>
                  <a:pt x="226695" y="27087"/>
                </a:cubicBezTo>
                <a:cubicBezTo>
                  <a:pt x="232498" y="20628"/>
                  <a:pt x="241882" y="20697"/>
                  <a:pt x="247624" y="27226"/>
                </a:cubicBezTo>
                <a:close/>
                <a:moveTo>
                  <a:pt x="19817" y="159395"/>
                </a:moveTo>
                <a:lnTo>
                  <a:pt x="19817" y="66675"/>
                </a:lnTo>
                <a:cubicBezTo>
                  <a:pt x="19817" y="42158"/>
                  <a:pt x="37536" y="22225"/>
                  <a:pt x="59328" y="22225"/>
                </a:cubicBezTo>
                <a:lnTo>
                  <a:pt x="141746" y="22225"/>
                </a:lnTo>
                <a:cubicBezTo>
                  <a:pt x="152241" y="22225"/>
                  <a:pt x="162304" y="26878"/>
                  <a:pt x="169713" y="35213"/>
                </a:cubicBezTo>
                <a:lnTo>
                  <a:pt x="258613" y="135225"/>
                </a:lnTo>
                <a:cubicBezTo>
                  <a:pt x="274047" y="152589"/>
                  <a:pt x="274047" y="180717"/>
                  <a:pt x="258613" y="198080"/>
                </a:cubicBezTo>
                <a:lnTo>
                  <a:pt x="176195" y="290800"/>
                </a:lnTo>
                <a:cubicBezTo>
                  <a:pt x="160761" y="308164"/>
                  <a:pt x="135758" y="308164"/>
                  <a:pt x="120324" y="290800"/>
                </a:cubicBezTo>
                <a:lnTo>
                  <a:pt x="31424" y="190788"/>
                </a:lnTo>
                <a:cubicBezTo>
                  <a:pt x="24015" y="182453"/>
                  <a:pt x="19879" y="171133"/>
                  <a:pt x="19879" y="159325"/>
                </a:cubicBezTo>
                <a:close/>
                <a:moveTo>
                  <a:pt x="108717" y="100013"/>
                </a:moveTo>
                <a:cubicBezTo>
                  <a:pt x="108717" y="87746"/>
                  <a:pt x="99865" y="77788"/>
                  <a:pt x="88962" y="77788"/>
                </a:cubicBezTo>
                <a:cubicBezTo>
                  <a:pt x="78058" y="77788"/>
                  <a:pt x="69206" y="87746"/>
                  <a:pt x="69206" y="100013"/>
                </a:cubicBezTo>
                <a:cubicBezTo>
                  <a:pt x="69206" y="112279"/>
                  <a:pt x="78058" y="122238"/>
                  <a:pt x="88962" y="122238"/>
                </a:cubicBezTo>
                <a:cubicBezTo>
                  <a:pt x="99865" y="122238"/>
                  <a:pt x="108717" y="112279"/>
                  <a:pt x="108717" y="100013"/>
                </a:cubicBez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5" name="Text 13"/>
          <p:cNvSpPr/>
          <p:nvPr/>
        </p:nvSpPr>
        <p:spPr>
          <a:xfrm>
            <a:off x="8429625" y="1476375"/>
            <a:ext cx="1905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categories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77200" y="1857375"/>
            <a:ext cx="3657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Stores dynamic category cards with name and image URL for menu organization.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6700" y="3810000"/>
            <a:ext cx="5619750" cy="21907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8" name="Shape 16"/>
          <p:cNvSpPr/>
          <p:nvPr/>
        </p:nvSpPr>
        <p:spPr>
          <a:xfrm>
            <a:off x="457200" y="395287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" y="-11112"/>
                </a:moveTo>
                <a:cubicBezTo>
                  <a:pt x="5945" y="-11112"/>
                  <a:pt x="0" y="-3681"/>
                  <a:pt x="0" y="5556"/>
                </a:cubicBezTo>
                <a:cubicBezTo>
                  <a:pt x="0" y="14794"/>
                  <a:pt x="5945" y="22225"/>
                  <a:pt x="13335" y="22225"/>
                </a:cubicBezTo>
                <a:lnTo>
                  <a:pt x="38505" y="22225"/>
                </a:lnTo>
                <a:cubicBezTo>
                  <a:pt x="40672" y="22225"/>
                  <a:pt x="42505" y="24170"/>
                  <a:pt x="42894" y="26809"/>
                </a:cubicBezTo>
                <a:lnTo>
                  <a:pt x="71842" y="225653"/>
                </a:lnTo>
                <a:cubicBezTo>
                  <a:pt x="75287" y="249406"/>
                  <a:pt x="91845" y="266700"/>
                  <a:pt x="111181" y="266700"/>
                </a:cubicBezTo>
                <a:lnTo>
                  <a:pt x="253365" y="266700"/>
                </a:lnTo>
                <a:cubicBezTo>
                  <a:pt x="260755" y="266700"/>
                  <a:pt x="266700" y="259269"/>
                  <a:pt x="266700" y="250031"/>
                </a:cubicBezTo>
                <a:cubicBezTo>
                  <a:pt x="266700" y="240794"/>
                  <a:pt x="260755" y="233363"/>
                  <a:pt x="253365" y="233363"/>
                </a:cubicBezTo>
                <a:lnTo>
                  <a:pt x="111181" y="233363"/>
                </a:lnTo>
                <a:cubicBezTo>
                  <a:pt x="104735" y="233363"/>
                  <a:pt x="99235" y="227598"/>
                  <a:pt x="98068" y="219680"/>
                </a:cubicBezTo>
                <a:lnTo>
                  <a:pt x="95234" y="200025"/>
                </a:lnTo>
                <a:lnTo>
                  <a:pt x="263922" y="200025"/>
                </a:lnTo>
                <a:cubicBezTo>
                  <a:pt x="281035" y="200025"/>
                  <a:pt x="295704" y="184815"/>
                  <a:pt x="298871" y="163770"/>
                </a:cubicBezTo>
                <a:lnTo>
                  <a:pt x="316095" y="48548"/>
                </a:lnTo>
                <a:cubicBezTo>
                  <a:pt x="318151" y="34865"/>
                  <a:pt x="309761" y="22225"/>
                  <a:pt x="298593" y="22225"/>
                </a:cubicBezTo>
                <a:lnTo>
                  <a:pt x="69286" y="22225"/>
                </a:lnTo>
                <a:lnTo>
                  <a:pt x="69064" y="20836"/>
                </a:lnTo>
                <a:cubicBezTo>
                  <a:pt x="66397" y="2361"/>
                  <a:pt x="53507" y="-11112"/>
                  <a:pt x="38449" y="-11112"/>
                </a:cubicBezTo>
                <a:lnTo>
                  <a:pt x="13335" y="-11112"/>
                </a:lnTo>
                <a:close/>
                <a:moveTo>
                  <a:pt x="115570" y="355600"/>
                </a:moveTo>
                <a:cubicBezTo>
                  <a:pt x="130290" y="355600"/>
                  <a:pt x="142240" y="340662"/>
                  <a:pt x="142240" y="322263"/>
                </a:cubicBezTo>
                <a:cubicBezTo>
                  <a:pt x="142240" y="303863"/>
                  <a:pt x="130290" y="288925"/>
                  <a:pt x="115570" y="288925"/>
                </a:cubicBezTo>
                <a:cubicBezTo>
                  <a:pt x="100850" y="288925"/>
                  <a:pt x="88900" y="303863"/>
                  <a:pt x="88900" y="322263"/>
                </a:cubicBezTo>
                <a:cubicBezTo>
                  <a:pt x="88900" y="340662"/>
                  <a:pt x="100850" y="355600"/>
                  <a:pt x="115570" y="355600"/>
                </a:cubicBezTo>
                <a:close/>
                <a:moveTo>
                  <a:pt x="240030" y="355600"/>
                </a:moveTo>
                <a:cubicBezTo>
                  <a:pt x="254750" y="355600"/>
                  <a:pt x="266700" y="340662"/>
                  <a:pt x="266700" y="322263"/>
                </a:cubicBezTo>
                <a:cubicBezTo>
                  <a:pt x="266700" y="303863"/>
                  <a:pt x="254750" y="288925"/>
                  <a:pt x="240030" y="288925"/>
                </a:cubicBezTo>
                <a:cubicBezTo>
                  <a:pt x="225310" y="288925"/>
                  <a:pt x="213360" y="303863"/>
                  <a:pt x="213360" y="322263"/>
                </a:cubicBezTo>
                <a:cubicBezTo>
                  <a:pt x="213360" y="340662"/>
                  <a:pt x="225310" y="355600"/>
                  <a:pt x="240030" y="355600"/>
                </a:cubicBezTo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9" name="Text 17"/>
          <p:cNvSpPr/>
          <p:nvPr/>
        </p:nvSpPr>
        <p:spPr>
          <a:xfrm>
            <a:off x="809625" y="3952875"/>
            <a:ext cx="1905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orders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4333875"/>
            <a:ext cx="523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Stores order details, selected delivery address, item totals, payment status, and delivery progress tracking.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76950" y="3810000"/>
            <a:ext cx="5848350" cy="21907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22" name="Shape 20"/>
          <p:cNvSpPr/>
          <p:nvPr/>
        </p:nvSpPr>
        <p:spPr>
          <a:xfrm>
            <a:off x="6267450" y="395287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3363" y="244475"/>
                </a:moveTo>
                <a:cubicBezTo>
                  <a:pt x="300871" y="244475"/>
                  <a:pt x="355600" y="189746"/>
                  <a:pt x="355600" y="122238"/>
                </a:cubicBezTo>
                <a:cubicBezTo>
                  <a:pt x="355600" y="54729"/>
                  <a:pt x="300871" y="0"/>
                  <a:pt x="233363" y="0"/>
                </a:cubicBezTo>
                <a:cubicBezTo>
                  <a:pt x="165854" y="0"/>
                  <a:pt x="111125" y="54729"/>
                  <a:pt x="111125" y="122238"/>
                </a:cubicBezTo>
                <a:cubicBezTo>
                  <a:pt x="111125" y="135225"/>
                  <a:pt x="113139" y="147796"/>
                  <a:pt x="116890" y="159534"/>
                </a:cubicBezTo>
                <a:lnTo>
                  <a:pt x="4862" y="271562"/>
                </a:lnTo>
                <a:cubicBezTo>
                  <a:pt x="1736" y="274687"/>
                  <a:pt x="0" y="278924"/>
                  <a:pt x="0" y="283369"/>
                </a:cubicBezTo>
                <a:lnTo>
                  <a:pt x="0" y="338931"/>
                </a:lnTo>
                <a:cubicBezTo>
                  <a:pt x="0" y="348169"/>
                  <a:pt x="7431" y="355600"/>
                  <a:pt x="16669" y="355600"/>
                </a:cubicBezTo>
                <a:lnTo>
                  <a:pt x="72231" y="355600"/>
                </a:lnTo>
                <a:cubicBezTo>
                  <a:pt x="81469" y="355600"/>
                  <a:pt x="88900" y="348169"/>
                  <a:pt x="88900" y="338931"/>
                </a:cubicBezTo>
                <a:lnTo>
                  <a:pt x="88900" y="311150"/>
                </a:lnTo>
                <a:lnTo>
                  <a:pt x="116681" y="311150"/>
                </a:lnTo>
                <a:cubicBezTo>
                  <a:pt x="125919" y="311150"/>
                  <a:pt x="133350" y="303719"/>
                  <a:pt x="133350" y="294481"/>
                </a:cubicBezTo>
                <a:lnTo>
                  <a:pt x="133350" y="266700"/>
                </a:lnTo>
                <a:lnTo>
                  <a:pt x="161131" y="266700"/>
                </a:lnTo>
                <a:cubicBezTo>
                  <a:pt x="165576" y="266700"/>
                  <a:pt x="169813" y="264964"/>
                  <a:pt x="172938" y="261838"/>
                </a:cubicBezTo>
                <a:lnTo>
                  <a:pt x="196066" y="238710"/>
                </a:lnTo>
                <a:cubicBezTo>
                  <a:pt x="207804" y="242461"/>
                  <a:pt x="220375" y="244475"/>
                  <a:pt x="233363" y="244475"/>
                </a:cubicBezTo>
                <a:close/>
                <a:moveTo>
                  <a:pt x="261144" y="66675"/>
                </a:moveTo>
                <a:cubicBezTo>
                  <a:pt x="276477" y="66675"/>
                  <a:pt x="288925" y="79123"/>
                  <a:pt x="288925" y="94456"/>
                </a:cubicBezTo>
                <a:cubicBezTo>
                  <a:pt x="288925" y="109789"/>
                  <a:pt x="276477" y="122238"/>
                  <a:pt x="261144" y="122238"/>
                </a:cubicBezTo>
                <a:cubicBezTo>
                  <a:pt x="245811" y="122238"/>
                  <a:pt x="233363" y="109789"/>
                  <a:pt x="233363" y="94456"/>
                </a:cubicBezTo>
                <a:cubicBezTo>
                  <a:pt x="233363" y="79123"/>
                  <a:pt x="245811" y="66675"/>
                  <a:pt x="261144" y="66675"/>
                </a:cubicBezTo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23" name="Text 21"/>
          <p:cNvSpPr/>
          <p:nvPr/>
        </p:nvSpPr>
        <p:spPr>
          <a:xfrm>
            <a:off x="6619875" y="3952875"/>
            <a:ext cx="1905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otps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67450" y="4333875"/>
            <a:ext cx="54673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Stores verification codes linked to phone numbers with an expiration index for automatic cleanup.</a:t>
            </a:r>
            <a:endParaRPr lang="en-US" sz="1050" dirty="0"/>
          </a:p>
        </p:txBody>
      </p:sp>
      <p:pic>
        <p:nvPicPr>
          <p:cNvPr id="25" name="Image 0" descr="https://kimi-img.moonshot.cn/pub/slides/okc/6u2crcj2oqijq/mnt/agents/output/template_converte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6391275"/>
            <a:ext cx="647700" cy="4191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667500" y="6429375"/>
            <a:ext cx="4762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2026 - RPS Consulting all rights reserved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1525250" y="6429375"/>
            <a:ext cx="4762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0EFEE0-8D00-C852-1CE9-EC642B046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41" y="276176"/>
            <a:ext cx="11217612" cy="597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743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90500"/>
            <a:ext cx="10477500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700" dirty="0">
                <a:solidFill>
                  <a:srgbClr val="0187C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Enterprise Features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66700" y="742950"/>
            <a:ext cx="762000" cy="381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4" name="Text 2"/>
          <p:cNvSpPr/>
          <p:nvPr/>
        </p:nvSpPr>
        <p:spPr>
          <a:xfrm>
            <a:off x="266700" y="876300"/>
            <a:ext cx="1165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3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Advanced features that make TruYum stand out as an </a:t>
            </a:r>
            <a:r>
              <a:rPr lang="en-US" sz="135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enterprise-grade application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66700" y="1333500"/>
            <a:ext cx="5619750" cy="1143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6" name="Shape 4"/>
          <p:cNvSpPr/>
          <p:nvPr/>
        </p:nvSpPr>
        <p:spPr>
          <a:xfrm>
            <a:off x="495300" y="1619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4175" y="-9823"/>
                </a:moveTo>
                <a:cubicBezTo>
                  <a:pt x="397669" y="-1290"/>
                  <a:pt x="402658" y="14188"/>
                  <a:pt x="396535" y="27682"/>
                </a:cubicBezTo>
                <a:lnTo>
                  <a:pt x="307635" y="222250"/>
                </a:lnTo>
                <a:lnTo>
                  <a:pt x="471714" y="222250"/>
                </a:lnTo>
                <a:cubicBezTo>
                  <a:pt x="487022" y="222250"/>
                  <a:pt x="500629" y="230584"/>
                  <a:pt x="505846" y="243185"/>
                </a:cubicBezTo>
                <a:cubicBezTo>
                  <a:pt x="511062" y="255786"/>
                  <a:pt x="506639" y="269875"/>
                  <a:pt x="494960" y="278408"/>
                </a:cubicBezTo>
                <a:lnTo>
                  <a:pt x="168388" y="516533"/>
                </a:lnTo>
                <a:cubicBezTo>
                  <a:pt x="155575" y="525859"/>
                  <a:pt x="137319" y="526355"/>
                  <a:pt x="123825" y="517823"/>
                </a:cubicBezTo>
                <a:cubicBezTo>
                  <a:pt x="110331" y="509290"/>
                  <a:pt x="105342" y="493812"/>
                  <a:pt x="111465" y="480318"/>
                </a:cubicBezTo>
                <a:lnTo>
                  <a:pt x="200365" y="285750"/>
                </a:lnTo>
                <a:lnTo>
                  <a:pt x="36286" y="285750"/>
                </a:lnTo>
                <a:cubicBezTo>
                  <a:pt x="20978" y="285750"/>
                  <a:pt x="7371" y="277416"/>
                  <a:pt x="2154" y="264815"/>
                </a:cubicBezTo>
                <a:cubicBezTo>
                  <a:pt x="-3062" y="252214"/>
                  <a:pt x="1361" y="238125"/>
                  <a:pt x="13040" y="229592"/>
                </a:cubicBezTo>
                <a:lnTo>
                  <a:pt x="339612" y="-8533"/>
                </a:lnTo>
                <a:cubicBezTo>
                  <a:pt x="352425" y="-17859"/>
                  <a:pt x="370681" y="-18355"/>
                  <a:pt x="384175" y="-9823"/>
                </a:cubicBez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7" name="Text 5"/>
          <p:cNvSpPr/>
          <p:nvPr/>
        </p:nvSpPr>
        <p:spPr>
          <a:xfrm>
            <a:off x="1028700" y="1476375"/>
            <a:ext cx="2857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Angular Signals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28700" y="1790700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Reactive state management with fine-grained reactivity for optimal performance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76950" y="1333500"/>
            <a:ext cx="5848350" cy="1143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0" name="Shape 8"/>
          <p:cNvSpPr/>
          <p:nvPr/>
        </p:nvSpPr>
        <p:spPr>
          <a:xfrm>
            <a:off x="6305550" y="1619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1" name="Text 9"/>
          <p:cNvSpPr/>
          <p:nvPr/>
        </p:nvSpPr>
        <p:spPr>
          <a:xfrm>
            <a:off x="6838950" y="1476375"/>
            <a:ext cx="2857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Error Interceptor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38950" y="1790700"/>
            <a:ext cx="48958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Centralized error handling ensuring consistent user experience across the app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6700" y="2667000"/>
            <a:ext cx="5619750" cy="1143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4" name="Shape 12"/>
          <p:cNvSpPr/>
          <p:nvPr/>
        </p:nvSpPr>
        <p:spPr>
          <a:xfrm>
            <a:off x="495300" y="2952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3375" y="349250"/>
                </a:moveTo>
                <a:cubicBezTo>
                  <a:pt x="429816" y="349250"/>
                  <a:pt x="508000" y="271066"/>
                  <a:pt x="508000" y="174625"/>
                </a:cubicBezTo>
                <a:cubicBezTo>
                  <a:pt x="508000" y="78184"/>
                  <a:pt x="429816" y="0"/>
                  <a:pt x="333375" y="0"/>
                </a:cubicBezTo>
                <a:cubicBezTo>
                  <a:pt x="236934" y="0"/>
                  <a:pt x="158750" y="78184"/>
                  <a:pt x="158750" y="174625"/>
                </a:cubicBezTo>
                <a:cubicBezTo>
                  <a:pt x="158750" y="193179"/>
                  <a:pt x="161627" y="211138"/>
                  <a:pt x="166985" y="227905"/>
                </a:cubicBezTo>
                <a:lnTo>
                  <a:pt x="6945" y="387945"/>
                </a:lnTo>
                <a:cubicBezTo>
                  <a:pt x="2480" y="392410"/>
                  <a:pt x="0" y="398463"/>
                  <a:pt x="0" y="404813"/>
                </a:cubicBezTo>
                <a:lnTo>
                  <a:pt x="0" y="484187"/>
                </a:lnTo>
                <a:cubicBezTo>
                  <a:pt x="0" y="497384"/>
                  <a:pt x="10616" y="508000"/>
                  <a:pt x="23812" y="508000"/>
                </a:cubicBezTo>
                <a:lnTo>
                  <a:pt x="103188" y="508000"/>
                </a:lnTo>
                <a:cubicBezTo>
                  <a:pt x="116384" y="508000"/>
                  <a:pt x="127000" y="497384"/>
                  <a:pt x="127000" y="484187"/>
                </a:cubicBezTo>
                <a:lnTo>
                  <a:pt x="127000" y="444500"/>
                </a:lnTo>
                <a:lnTo>
                  <a:pt x="166688" y="444500"/>
                </a:lnTo>
                <a:cubicBezTo>
                  <a:pt x="179884" y="444500"/>
                  <a:pt x="190500" y="433884"/>
                  <a:pt x="190500" y="420688"/>
                </a:cubicBezTo>
                <a:lnTo>
                  <a:pt x="190500" y="381000"/>
                </a:lnTo>
                <a:lnTo>
                  <a:pt x="230188" y="381000"/>
                </a:lnTo>
                <a:cubicBezTo>
                  <a:pt x="236538" y="381000"/>
                  <a:pt x="242590" y="378520"/>
                  <a:pt x="247055" y="374055"/>
                </a:cubicBezTo>
                <a:lnTo>
                  <a:pt x="280095" y="341015"/>
                </a:lnTo>
                <a:cubicBezTo>
                  <a:pt x="296862" y="346373"/>
                  <a:pt x="314821" y="349250"/>
                  <a:pt x="333375" y="349250"/>
                </a:cubicBezTo>
                <a:close/>
                <a:moveTo>
                  <a:pt x="373063" y="95250"/>
                </a:moveTo>
                <a:cubicBezTo>
                  <a:pt x="394967" y="95250"/>
                  <a:pt x="412750" y="113033"/>
                  <a:pt x="412750" y="134938"/>
                </a:cubicBezTo>
                <a:cubicBezTo>
                  <a:pt x="412750" y="156842"/>
                  <a:pt x="394967" y="174625"/>
                  <a:pt x="373063" y="174625"/>
                </a:cubicBezTo>
                <a:cubicBezTo>
                  <a:pt x="351158" y="174625"/>
                  <a:pt x="333375" y="156842"/>
                  <a:pt x="333375" y="134938"/>
                </a:cubicBezTo>
                <a:cubicBezTo>
                  <a:pt x="333375" y="113033"/>
                  <a:pt x="351158" y="95250"/>
                  <a:pt x="373063" y="95250"/>
                </a:cubicBezTo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5" name="Text 13"/>
          <p:cNvSpPr/>
          <p:nvPr/>
        </p:nvSpPr>
        <p:spPr>
          <a:xfrm>
            <a:off x="1028700" y="2809875"/>
            <a:ext cx="2857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 Authentication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28700" y="3124200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Secure token-based authentication with protected routes and session management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76950" y="2667000"/>
            <a:ext cx="5848350" cy="1143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8" name="Shape 16"/>
          <p:cNvSpPr/>
          <p:nvPr/>
        </p:nvSpPr>
        <p:spPr>
          <a:xfrm>
            <a:off x="6305550" y="2952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2750" y="206375"/>
                </a:moveTo>
                <a:cubicBezTo>
                  <a:pt x="412750" y="251916"/>
                  <a:pt x="397966" y="293985"/>
                  <a:pt x="373063" y="328116"/>
                </a:cubicBezTo>
                <a:lnTo>
                  <a:pt x="498673" y="453827"/>
                </a:lnTo>
                <a:cubicBezTo>
                  <a:pt x="511076" y="466229"/>
                  <a:pt x="511076" y="486370"/>
                  <a:pt x="498673" y="498773"/>
                </a:cubicBezTo>
                <a:cubicBezTo>
                  <a:pt x="486271" y="511175"/>
                  <a:pt x="466130" y="511175"/>
                  <a:pt x="453727" y="498773"/>
                </a:cubicBezTo>
                <a:lnTo>
                  <a:pt x="328116" y="373063"/>
                </a:lnTo>
                <a:cubicBezTo>
                  <a:pt x="293985" y="397966"/>
                  <a:pt x="251916" y="412750"/>
                  <a:pt x="206375" y="412750"/>
                </a:cubicBezTo>
                <a:cubicBezTo>
                  <a:pt x="92373" y="412750"/>
                  <a:pt x="0" y="320377"/>
                  <a:pt x="0" y="206375"/>
                </a:cubicBezTo>
                <a:cubicBezTo>
                  <a:pt x="0" y="92373"/>
                  <a:pt x="92373" y="0"/>
                  <a:pt x="206375" y="0"/>
                </a:cubicBezTo>
                <a:cubicBezTo>
                  <a:pt x="320377" y="0"/>
                  <a:pt x="412750" y="92373"/>
                  <a:pt x="412750" y="206375"/>
                </a:cubicBezTo>
                <a:close/>
                <a:moveTo>
                  <a:pt x="206375" y="349250"/>
                </a:moveTo>
                <a:cubicBezTo>
                  <a:pt x="285230" y="349250"/>
                  <a:pt x="349250" y="285230"/>
                  <a:pt x="349250" y="206375"/>
                </a:cubicBezTo>
                <a:cubicBezTo>
                  <a:pt x="349250" y="127520"/>
                  <a:pt x="285230" y="63500"/>
                  <a:pt x="206375" y="63500"/>
                </a:cubicBezTo>
                <a:cubicBezTo>
                  <a:pt x="127520" y="63500"/>
                  <a:pt x="63500" y="127520"/>
                  <a:pt x="63500" y="206375"/>
                </a:cubicBezTo>
                <a:cubicBezTo>
                  <a:pt x="63500" y="285230"/>
                  <a:pt x="127520" y="349250"/>
                  <a:pt x="206375" y="349250"/>
                </a:cubicBezTo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9" name="Text 17"/>
          <p:cNvSpPr/>
          <p:nvPr/>
        </p:nvSpPr>
        <p:spPr>
          <a:xfrm>
            <a:off x="6838950" y="2809875"/>
            <a:ext cx="2857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SEO Friendly URLs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38950" y="3124200"/>
            <a:ext cx="48958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Clean, descriptive URLs for better search engine discoverability and ranking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6700" y="4000500"/>
            <a:ext cx="5619750" cy="1143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22" name="Shape 20"/>
          <p:cNvSpPr/>
          <p:nvPr/>
        </p:nvSpPr>
        <p:spPr>
          <a:xfrm>
            <a:off x="495300" y="428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06375" y="47625"/>
                </a:moveTo>
                <a:cubicBezTo>
                  <a:pt x="206375" y="21340"/>
                  <a:pt x="227715" y="0"/>
                  <a:pt x="254000" y="0"/>
                </a:cubicBezTo>
                <a:cubicBezTo>
                  <a:pt x="280285" y="0"/>
                  <a:pt x="301625" y="21340"/>
                  <a:pt x="301625" y="47625"/>
                </a:cubicBezTo>
                <a:cubicBezTo>
                  <a:pt x="301625" y="73910"/>
                  <a:pt x="280285" y="95250"/>
                  <a:pt x="254000" y="95250"/>
                </a:cubicBezTo>
                <a:cubicBezTo>
                  <a:pt x="227715" y="95250"/>
                  <a:pt x="206375" y="73910"/>
                  <a:pt x="206375" y="47625"/>
                </a:cubicBezTo>
                <a:close/>
                <a:moveTo>
                  <a:pt x="206375" y="460375"/>
                </a:moveTo>
                <a:cubicBezTo>
                  <a:pt x="206375" y="434090"/>
                  <a:pt x="227715" y="412750"/>
                  <a:pt x="254000" y="412750"/>
                </a:cubicBezTo>
                <a:cubicBezTo>
                  <a:pt x="280285" y="412750"/>
                  <a:pt x="301625" y="434090"/>
                  <a:pt x="301625" y="460375"/>
                </a:cubicBezTo>
                <a:cubicBezTo>
                  <a:pt x="301625" y="486660"/>
                  <a:pt x="280285" y="508000"/>
                  <a:pt x="254000" y="508000"/>
                </a:cubicBezTo>
                <a:cubicBezTo>
                  <a:pt x="227715" y="508000"/>
                  <a:pt x="206375" y="486660"/>
                  <a:pt x="206375" y="460375"/>
                </a:cubicBezTo>
                <a:close/>
                <a:moveTo>
                  <a:pt x="47625" y="206375"/>
                </a:moveTo>
                <a:cubicBezTo>
                  <a:pt x="73910" y="206375"/>
                  <a:pt x="95250" y="227715"/>
                  <a:pt x="95250" y="254000"/>
                </a:cubicBezTo>
                <a:cubicBezTo>
                  <a:pt x="95250" y="280285"/>
                  <a:pt x="73910" y="301625"/>
                  <a:pt x="47625" y="301625"/>
                </a:cubicBezTo>
                <a:cubicBezTo>
                  <a:pt x="21340" y="301625"/>
                  <a:pt x="0" y="280285"/>
                  <a:pt x="0" y="254000"/>
                </a:cubicBezTo>
                <a:cubicBezTo>
                  <a:pt x="0" y="227715"/>
                  <a:pt x="21340" y="206375"/>
                  <a:pt x="47625" y="206375"/>
                </a:cubicBezTo>
                <a:close/>
                <a:moveTo>
                  <a:pt x="412750" y="254000"/>
                </a:moveTo>
                <a:cubicBezTo>
                  <a:pt x="412750" y="227715"/>
                  <a:pt x="434090" y="206375"/>
                  <a:pt x="460375" y="206375"/>
                </a:cubicBezTo>
                <a:cubicBezTo>
                  <a:pt x="486660" y="206375"/>
                  <a:pt x="508000" y="227715"/>
                  <a:pt x="508000" y="254000"/>
                </a:cubicBezTo>
                <a:cubicBezTo>
                  <a:pt x="508000" y="280285"/>
                  <a:pt x="486660" y="301625"/>
                  <a:pt x="460375" y="301625"/>
                </a:cubicBezTo>
                <a:cubicBezTo>
                  <a:pt x="434090" y="301625"/>
                  <a:pt x="412750" y="280285"/>
                  <a:pt x="412750" y="254000"/>
                </a:cubicBezTo>
                <a:close/>
                <a:moveTo>
                  <a:pt x="74414" y="366216"/>
                </a:moveTo>
                <a:cubicBezTo>
                  <a:pt x="93005" y="347625"/>
                  <a:pt x="123192" y="347625"/>
                  <a:pt x="141784" y="366216"/>
                </a:cubicBezTo>
                <a:cubicBezTo>
                  <a:pt x="160375" y="384808"/>
                  <a:pt x="160375" y="414995"/>
                  <a:pt x="141784" y="433586"/>
                </a:cubicBezTo>
                <a:cubicBezTo>
                  <a:pt x="123192" y="452177"/>
                  <a:pt x="93005" y="452177"/>
                  <a:pt x="74414" y="433586"/>
                </a:cubicBezTo>
                <a:cubicBezTo>
                  <a:pt x="55823" y="414995"/>
                  <a:pt x="55823" y="384808"/>
                  <a:pt x="74414" y="366216"/>
                </a:cubicBezTo>
                <a:close/>
                <a:moveTo>
                  <a:pt x="74414" y="74414"/>
                </a:moveTo>
                <a:cubicBezTo>
                  <a:pt x="93005" y="55823"/>
                  <a:pt x="123192" y="55823"/>
                  <a:pt x="141784" y="74414"/>
                </a:cubicBezTo>
                <a:cubicBezTo>
                  <a:pt x="160375" y="93005"/>
                  <a:pt x="160375" y="123192"/>
                  <a:pt x="141784" y="141784"/>
                </a:cubicBezTo>
                <a:cubicBezTo>
                  <a:pt x="123192" y="160375"/>
                  <a:pt x="93005" y="160375"/>
                  <a:pt x="74414" y="141784"/>
                </a:cubicBezTo>
                <a:cubicBezTo>
                  <a:pt x="55823" y="123192"/>
                  <a:pt x="55823" y="93005"/>
                  <a:pt x="74414" y="74414"/>
                </a:cubicBezTo>
                <a:close/>
                <a:moveTo>
                  <a:pt x="433586" y="366216"/>
                </a:moveTo>
                <a:cubicBezTo>
                  <a:pt x="452190" y="384820"/>
                  <a:pt x="452190" y="414982"/>
                  <a:pt x="433586" y="433586"/>
                </a:cubicBezTo>
                <a:cubicBezTo>
                  <a:pt x="414982" y="452190"/>
                  <a:pt x="384820" y="452190"/>
                  <a:pt x="366216" y="433586"/>
                </a:cubicBezTo>
                <a:cubicBezTo>
                  <a:pt x="347613" y="414982"/>
                  <a:pt x="347613" y="384820"/>
                  <a:pt x="366216" y="366216"/>
                </a:cubicBezTo>
                <a:cubicBezTo>
                  <a:pt x="384820" y="347613"/>
                  <a:pt x="414982" y="347613"/>
                  <a:pt x="433586" y="366216"/>
                </a:cubicBez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23" name="Text 21"/>
          <p:cNvSpPr/>
          <p:nvPr/>
        </p:nvSpPr>
        <p:spPr>
          <a:xfrm>
            <a:off x="1028700" y="4143375"/>
            <a:ext cx="2857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Skeleton Loaders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28700" y="4457700"/>
            <a:ext cx="4667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Smooth loading placeholders that enhance perceived performance during data fetch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76950" y="4000500"/>
            <a:ext cx="5848350" cy="1143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26" name="Shape 24"/>
          <p:cNvSpPr/>
          <p:nvPr/>
        </p:nvSpPr>
        <p:spPr>
          <a:xfrm>
            <a:off x="6305550" y="428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7556" y="7938"/>
                </a:moveTo>
                <a:cubicBezTo>
                  <a:pt x="255967" y="7938"/>
                  <a:pt x="303389" y="61288"/>
                  <a:pt x="303389" y="127000"/>
                </a:cubicBezTo>
                <a:cubicBezTo>
                  <a:pt x="303389" y="192712"/>
                  <a:pt x="255967" y="246063"/>
                  <a:pt x="197556" y="246063"/>
                </a:cubicBezTo>
                <a:cubicBezTo>
                  <a:pt x="139145" y="246063"/>
                  <a:pt x="91722" y="192712"/>
                  <a:pt x="91722" y="127000"/>
                </a:cubicBezTo>
                <a:cubicBezTo>
                  <a:pt x="91722" y="61288"/>
                  <a:pt x="139145" y="7938"/>
                  <a:pt x="197556" y="7938"/>
                </a:cubicBezTo>
                <a:close/>
                <a:moveTo>
                  <a:pt x="171362" y="301625"/>
                </a:moveTo>
                <a:lnTo>
                  <a:pt x="223749" y="301625"/>
                </a:lnTo>
                <a:cubicBezTo>
                  <a:pt x="249943" y="301625"/>
                  <a:pt x="274638" y="308868"/>
                  <a:pt x="296333" y="321568"/>
                </a:cubicBezTo>
                <a:lnTo>
                  <a:pt x="296333" y="325834"/>
                </a:lnTo>
                <a:cubicBezTo>
                  <a:pt x="279047" y="343297"/>
                  <a:pt x="268111" y="368598"/>
                  <a:pt x="268111" y="396776"/>
                </a:cubicBezTo>
                <a:lnTo>
                  <a:pt x="268111" y="492026"/>
                </a:lnTo>
                <a:cubicBezTo>
                  <a:pt x="268111" y="497483"/>
                  <a:pt x="268552" y="502841"/>
                  <a:pt x="269258" y="508000"/>
                </a:cubicBezTo>
                <a:lnTo>
                  <a:pt x="40305" y="508000"/>
                </a:lnTo>
                <a:cubicBezTo>
                  <a:pt x="25841" y="508000"/>
                  <a:pt x="14111" y="494804"/>
                  <a:pt x="14111" y="478532"/>
                </a:cubicBezTo>
                <a:cubicBezTo>
                  <a:pt x="14111" y="380802"/>
                  <a:pt x="84490" y="301625"/>
                  <a:pt x="171362" y="301625"/>
                </a:cubicBezTo>
                <a:close/>
                <a:moveTo>
                  <a:pt x="437444" y="301724"/>
                </a:moveTo>
                <a:cubicBezTo>
                  <a:pt x="437444" y="284163"/>
                  <a:pt x="424833" y="269974"/>
                  <a:pt x="409222" y="269974"/>
                </a:cubicBezTo>
                <a:cubicBezTo>
                  <a:pt x="393612" y="269974"/>
                  <a:pt x="381000" y="284163"/>
                  <a:pt x="381000" y="301724"/>
                </a:cubicBezTo>
                <a:lnTo>
                  <a:pt x="381000" y="349250"/>
                </a:lnTo>
                <a:lnTo>
                  <a:pt x="437444" y="349250"/>
                </a:lnTo>
                <a:lnTo>
                  <a:pt x="437444" y="301724"/>
                </a:lnTo>
                <a:close/>
                <a:moveTo>
                  <a:pt x="310444" y="396875"/>
                </a:moveTo>
                <a:cubicBezTo>
                  <a:pt x="310444" y="376138"/>
                  <a:pt x="322263" y="358477"/>
                  <a:pt x="338667" y="351929"/>
                </a:cubicBezTo>
                <a:lnTo>
                  <a:pt x="338667" y="301724"/>
                </a:lnTo>
                <a:cubicBezTo>
                  <a:pt x="338667" y="257870"/>
                  <a:pt x="370240" y="222349"/>
                  <a:pt x="409222" y="222349"/>
                </a:cubicBezTo>
                <a:cubicBezTo>
                  <a:pt x="448204" y="222349"/>
                  <a:pt x="479778" y="257870"/>
                  <a:pt x="479778" y="301724"/>
                </a:cubicBezTo>
                <a:lnTo>
                  <a:pt x="479778" y="351929"/>
                </a:lnTo>
                <a:cubicBezTo>
                  <a:pt x="496182" y="358477"/>
                  <a:pt x="508000" y="376138"/>
                  <a:pt x="508000" y="396875"/>
                </a:cubicBezTo>
                <a:lnTo>
                  <a:pt x="508000" y="492125"/>
                </a:lnTo>
                <a:cubicBezTo>
                  <a:pt x="508000" y="518418"/>
                  <a:pt x="489038" y="539750"/>
                  <a:pt x="465667" y="539750"/>
                </a:cubicBezTo>
                <a:lnTo>
                  <a:pt x="352778" y="539750"/>
                </a:lnTo>
                <a:cubicBezTo>
                  <a:pt x="329406" y="539750"/>
                  <a:pt x="310444" y="518418"/>
                  <a:pt x="310444" y="492125"/>
                </a:cubicBezTo>
                <a:lnTo>
                  <a:pt x="310444" y="396875"/>
                </a:ln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27" name="Text 25"/>
          <p:cNvSpPr/>
          <p:nvPr/>
        </p:nvSpPr>
        <p:spPr>
          <a:xfrm>
            <a:off x="6838950" y="4143375"/>
            <a:ext cx="33337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Role Based Authorization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38950" y="4457700"/>
            <a:ext cx="48958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Granular access control distinguishing Customer and Admin privileges securely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6700" y="5334000"/>
            <a:ext cx="11658600" cy="762000"/>
          </a:xfrm>
          <a:prstGeom prst="rect">
            <a:avLst/>
          </a:pr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30" name="Shape 28"/>
          <p:cNvSpPr/>
          <p:nvPr/>
        </p:nvSpPr>
        <p:spPr>
          <a:xfrm>
            <a:off x="495300" y="5476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33929" y="0"/>
                  <a:pt x="217714" y="14188"/>
                  <a:pt x="217714" y="31750"/>
                </a:cubicBezTo>
                <a:lnTo>
                  <a:pt x="217714" y="34925"/>
                </a:lnTo>
                <a:cubicBezTo>
                  <a:pt x="134938" y="49609"/>
                  <a:pt x="72571" y="113705"/>
                  <a:pt x="72571" y="190500"/>
                </a:cubicBezTo>
                <a:lnTo>
                  <a:pt x="72571" y="212030"/>
                </a:lnTo>
                <a:cubicBezTo>
                  <a:pt x="72571" y="259755"/>
                  <a:pt x="53975" y="306090"/>
                  <a:pt x="19957" y="343396"/>
                </a:cubicBezTo>
                <a:lnTo>
                  <a:pt x="8845" y="355501"/>
                </a:lnTo>
                <a:cubicBezTo>
                  <a:pt x="3062" y="361752"/>
                  <a:pt x="0" y="369491"/>
                  <a:pt x="0" y="377527"/>
                </a:cubicBezTo>
                <a:cubicBezTo>
                  <a:pt x="0" y="396974"/>
                  <a:pt x="18029" y="412750"/>
                  <a:pt x="40254" y="412750"/>
                </a:cubicBezTo>
                <a:lnTo>
                  <a:pt x="467632" y="412750"/>
                </a:lnTo>
                <a:cubicBezTo>
                  <a:pt x="489857" y="412750"/>
                  <a:pt x="507887" y="396974"/>
                  <a:pt x="507887" y="377527"/>
                </a:cubicBezTo>
                <a:cubicBezTo>
                  <a:pt x="507887" y="369491"/>
                  <a:pt x="504825" y="361752"/>
                  <a:pt x="499042" y="355501"/>
                </a:cubicBezTo>
                <a:lnTo>
                  <a:pt x="487929" y="343396"/>
                </a:lnTo>
                <a:cubicBezTo>
                  <a:pt x="454025" y="306090"/>
                  <a:pt x="435429" y="259755"/>
                  <a:pt x="435429" y="212030"/>
                </a:cubicBezTo>
                <a:lnTo>
                  <a:pt x="435429" y="190500"/>
                </a:lnTo>
                <a:cubicBezTo>
                  <a:pt x="435429" y="113705"/>
                  <a:pt x="373063" y="49609"/>
                  <a:pt x="290286" y="34925"/>
                </a:cubicBezTo>
                <a:lnTo>
                  <a:pt x="290286" y="31750"/>
                </a:lnTo>
                <a:cubicBezTo>
                  <a:pt x="290286" y="14188"/>
                  <a:pt x="274071" y="0"/>
                  <a:pt x="254000" y="0"/>
                </a:cubicBezTo>
                <a:close/>
                <a:moveTo>
                  <a:pt x="183696" y="460375"/>
                </a:moveTo>
                <a:cubicBezTo>
                  <a:pt x="191747" y="487759"/>
                  <a:pt x="220209" y="508000"/>
                  <a:pt x="254000" y="508000"/>
                </a:cubicBezTo>
                <a:cubicBezTo>
                  <a:pt x="287791" y="508000"/>
                  <a:pt x="316253" y="487759"/>
                  <a:pt x="324304" y="460375"/>
                </a:cubicBezTo>
                <a:lnTo>
                  <a:pt x="183696" y="46037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31" name="Text 29"/>
          <p:cNvSpPr/>
          <p:nvPr/>
        </p:nvSpPr>
        <p:spPr>
          <a:xfrm>
            <a:off x="1028700" y="5429250"/>
            <a:ext cx="2857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Toast Notifications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28700" y="5715000"/>
            <a:ext cx="1047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user feedback for actions like add-to-cart, order placement, and status updates</a:t>
            </a:r>
            <a:endParaRPr lang="en-US" sz="1050" dirty="0"/>
          </a:p>
        </p:txBody>
      </p:sp>
      <p:pic>
        <p:nvPicPr>
          <p:cNvPr id="33" name="Image 0" descr="https://kimi-img.moonshot.cn/pub/slides/okc/6u2crcj2oqijq/mnt/agents/output/template_converte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6391275"/>
            <a:ext cx="647700" cy="4191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667500" y="6429375"/>
            <a:ext cx="4762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2026 - RPS Consulting all rights reserved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1525250" y="6429375"/>
            <a:ext cx="4762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46FAFA-BC6F-2F79-01EF-483CF0D88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41" y="0"/>
            <a:ext cx="122650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8266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FF6BBA-1CCF-2CB9-CE87-1BA6BA2F4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10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D8F71D-D0FD-1656-6FA0-65E5D4457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5286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DCDF9-CD3F-180A-3489-903C41434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736" y="-115746"/>
            <a:ext cx="12273472" cy="697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446603"/>
      </p:ext>
    </p:extLst>
  </p:cSld>
  <p:clrMapOvr>
    <a:masterClrMapping/>
  </p:clrMapOvr>
  <p:transition spd="slow">
    <p:wheel spokes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90500"/>
            <a:ext cx="10477500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700" dirty="0">
                <a:solidFill>
                  <a:srgbClr val="0187C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 Flow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66700" y="742950"/>
            <a:ext cx="762000" cy="381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4" name="Text 2"/>
          <p:cNvSpPr/>
          <p:nvPr/>
        </p:nvSpPr>
        <p:spPr>
          <a:xfrm>
            <a:off x="266700" y="876300"/>
            <a:ext cx="1165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3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Complete application workflow from </a:t>
            </a:r>
            <a:r>
              <a:rPr lang="en-US" sz="135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 setup</a:t>
            </a:r>
            <a:r>
              <a:rPr lang="en-US" sz="13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</a:t>
            </a:r>
            <a:r>
              <a:rPr lang="en-US" sz="135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order fulfillment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1905000" cy="571500"/>
          </a:xfrm>
          <a:prstGeom prst="rect">
            <a:avLst/>
          </a:pr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6" name="Text 4"/>
          <p:cNvSpPr/>
          <p:nvPr/>
        </p:nvSpPr>
        <p:spPr>
          <a:xfrm>
            <a:off x="762000" y="1524000"/>
            <a:ext cx="190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 Login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67000" y="1790700"/>
            <a:ext cx="571500" cy="0"/>
          </a:xfrm>
          <a:prstGeom prst="straightConnector1">
            <a:avLst/>
          </a:prstGeom>
          <a:noFill/>
          <a:ln w="25400">
            <a:solidFill>
              <a:srgbClr val="0187C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IN" sz="1350"/>
          </a:p>
        </p:txBody>
      </p:sp>
      <p:sp>
        <p:nvSpPr>
          <p:cNvPr id="8" name="Shape 6"/>
          <p:cNvSpPr/>
          <p:nvPr/>
        </p:nvSpPr>
        <p:spPr>
          <a:xfrm>
            <a:off x="3238500" y="1524000"/>
            <a:ext cx="1905000" cy="571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9" name="Text 7"/>
          <p:cNvSpPr/>
          <p:nvPr/>
        </p:nvSpPr>
        <p:spPr>
          <a:xfrm>
            <a:off x="3238500" y="1524000"/>
            <a:ext cx="190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 Food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43500" y="1790700"/>
            <a:ext cx="571500" cy="0"/>
          </a:xfrm>
          <a:prstGeom prst="straightConnector1">
            <a:avLst/>
          </a:prstGeom>
          <a:noFill/>
          <a:ln w="25400">
            <a:solidFill>
              <a:srgbClr val="156082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IN" sz="1350"/>
          </a:p>
        </p:txBody>
      </p:sp>
      <p:sp>
        <p:nvSpPr>
          <p:cNvPr id="11" name="Shape 9"/>
          <p:cNvSpPr/>
          <p:nvPr/>
        </p:nvSpPr>
        <p:spPr>
          <a:xfrm>
            <a:off x="5715000" y="1524000"/>
            <a:ext cx="1905000" cy="5715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2" name="Text 10"/>
          <p:cNvSpPr/>
          <p:nvPr/>
        </p:nvSpPr>
        <p:spPr>
          <a:xfrm>
            <a:off x="5715000" y="1524000"/>
            <a:ext cx="190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Registration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20000" y="1790700"/>
            <a:ext cx="571500" cy="0"/>
          </a:xfrm>
          <a:prstGeom prst="straightConnector1">
            <a:avLst/>
          </a:prstGeom>
          <a:noFill/>
          <a:ln w="25400">
            <a:solidFill>
              <a:srgbClr val="E97132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IN" sz="1350"/>
          </a:p>
        </p:txBody>
      </p:sp>
      <p:sp>
        <p:nvSpPr>
          <p:cNvPr id="14" name="Shape 12"/>
          <p:cNvSpPr/>
          <p:nvPr/>
        </p:nvSpPr>
        <p:spPr>
          <a:xfrm>
            <a:off x="8191500" y="1524000"/>
            <a:ext cx="1905000" cy="571500"/>
          </a:xfrm>
          <a:prstGeom prst="rect">
            <a:avLst/>
          </a:pr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5" name="Text 13"/>
          <p:cNvSpPr/>
          <p:nvPr/>
        </p:nvSpPr>
        <p:spPr>
          <a:xfrm>
            <a:off x="8191500" y="1524000"/>
            <a:ext cx="190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Browse Menu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0" y="2095500"/>
            <a:ext cx="0" cy="476250"/>
          </a:xfrm>
          <a:prstGeom prst="straightConnector1">
            <a:avLst/>
          </a:prstGeom>
          <a:noFill/>
          <a:ln w="25400">
            <a:solidFill>
              <a:srgbClr val="0187C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IN" sz="1350"/>
          </a:p>
        </p:txBody>
      </p:sp>
      <p:sp>
        <p:nvSpPr>
          <p:cNvPr id="17" name="Shape 15"/>
          <p:cNvSpPr/>
          <p:nvPr/>
        </p:nvSpPr>
        <p:spPr>
          <a:xfrm>
            <a:off x="8191500" y="2571750"/>
            <a:ext cx="1905000" cy="571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8" name="Text 16"/>
          <p:cNvSpPr/>
          <p:nvPr/>
        </p:nvSpPr>
        <p:spPr>
          <a:xfrm>
            <a:off x="8191500" y="2571750"/>
            <a:ext cx="190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 to Cart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flipH="1">
            <a:off x="7620000" y="2838450"/>
            <a:ext cx="571500" cy="0"/>
          </a:xfrm>
          <a:prstGeom prst="straightConnector1">
            <a:avLst/>
          </a:prstGeom>
          <a:noFill/>
          <a:ln w="25400">
            <a:solidFill>
              <a:srgbClr val="156082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IN" sz="1350"/>
          </a:p>
        </p:txBody>
      </p:sp>
      <p:sp>
        <p:nvSpPr>
          <p:cNvPr id="20" name="Shape 18"/>
          <p:cNvSpPr/>
          <p:nvPr/>
        </p:nvSpPr>
        <p:spPr>
          <a:xfrm>
            <a:off x="5715000" y="2571750"/>
            <a:ext cx="1905000" cy="5715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21" name="Text 19"/>
          <p:cNvSpPr/>
          <p:nvPr/>
        </p:nvSpPr>
        <p:spPr>
          <a:xfrm>
            <a:off x="5715000" y="2571750"/>
            <a:ext cx="190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Checkout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flipH="1">
            <a:off x="5143500" y="2838450"/>
            <a:ext cx="571500" cy="0"/>
          </a:xfrm>
          <a:prstGeom prst="straightConnector1">
            <a:avLst/>
          </a:prstGeom>
          <a:noFill/>
          <a:ln w="25400">
            <a:solidFill>
              <a:srgbClr val="E97132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IN" sz="1350"/>
          </a:p>
        </p:txBody>
      </p:sp>
      <p:sp>
        <p:nvSpPr>
          <p:cNvPr id="23" name="Shape 21"/>
          <p:cNvSpPr/>
          <p:nvPr/>
        </p:nvSpPr>
        <p:spPr>
          <a:xfrm>
            <a:off x="3238500" y="2571750"/>
            <a:ext cx="1905000" cy="571500"/>
          </a:xfrm>
          <a:prstGeom prst="rect">
            <a:avLst/>
          </a:pr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24" name="Text 22"/>
          <p:cNvSpPr/>
          <p:nvPr/>
        </p:nvSpPr>
        <p:spPr>
          <a:xfrm>
            <a:off x="3238500" y="2571750"/>
            <a:ext cx="190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Place Order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flipH="1">
            <a:off x="2667000" y="2838450"/>
            <a:ext cx="571500" cy="0"/>
          </a:xfrm>
          <a:prstGeom prst="straightConnector1">
            <a:avLst/>
          </a:prstGeom>
          <a:noFill/>
          <a:ln w="25400">
            <a:solidFill>
              <a:srgbClr val="0187CC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IN" sz="1350"/>
          </a:p>
        </p:txBody>
      </p:sp>
      <p:sp>
        <p:nvSpPr>
          <p:cNvPr id="26" name="Shape 24"/>
          <p:cNvSpPr/>
          <p:nvPr/>
        </p:nvSpPr>
        <p:spPr>
          <a:xfrm>
            <a:off x="762000" y="2571750"/>
            <a:ext cx="1905000" cy="5715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27" name="Text 25"/>
          <p:cNvSpPr/>
          <p:nvPr/>
        </p:nvSpPr>
        <p:spPr>
          <a:xfrm>
            <a:off x="762000" y="2571750"/>
            <a:ext cx="190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 Updates Status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2000" y="3429000"/>
            <a:ext cx="10668000" cy="28575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29" name="Text 27"/>
          <p:cNvSpPr/>
          <p:nvPr/>
        </p:nvSpPr>
        <p:spPr>
          <a:xfrm>
            <a:off x="1047750" y="3762375"/>
            <a:ext cx="3810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Flow Description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047750" y="4048125"/>
            <a:ext cx="10096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Admin Login:</a:t>
            </a: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Administrator authenticates to access the management dashboard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Add Food:</a:t>
            </a: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Admin adds gourmet items with images, pricing, and categories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User Registration:</a:t>
            </a: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New customer signs up with OTP-based phone verification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Browse Menu:</a:t>
            </a: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Customer explores categories, applies filters, and views details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Add to Cart:</a:t>
            </a: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Items added with dynamic delivery charge calculation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 Checkout:</a:t>
            </a: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Customer selects saved address and confirms the order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7. Place Order:</a:t>
            </a: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Order is stored with full details and status tracking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8. Admin Updates:</a:t>
            </a: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Admin updates delivery progress and payment status</a:t>
            </a:r>
            <a:endParaRPr lang="en-US" sz="1200" dirty="0"/>
          </a:p>
        </p:txBody>
      </p:sp>
      <p:pic>
        <p:nvPicPr>
          <p:cNvPr id="31" name="Image 0" descr="https://kimi-img.moonshot.cn/pub/slides/okc/6u2crcj2oqijq/mnt/agents/output/template_converte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6391275"/>
            <a:ext cx="647700" cy="4191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667500" y="6429375"/>
            <a:ext cx="4762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2026 - RPS Consulting all rights reserved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1525250" y="6429375"/>
            <a:ext cx="4762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</a:t>
            </a:r>
            <a:endParaRPr lang="en-US" sz="1050" dirty="0"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BC1A7C89-32A6-2FFD-C237-5D34259BDFE4}"/>
              </a:ext>
            </a:extLst>
          </p:cNvPr>
          <p:cNvSpPr/>
          <p:nvPr/>
        </p:nvSpPr>
        <p:spPr>
          <a:xfrm flipV="1">
            <a:off x="5143500" y="2976101"/>
            <a:ext cx="571500" cy="0"/>
          </a:xfrm>
          <a:prstGeom prst="straightConnector1">
            <a:avLst/>
          </a:prstGeom>
          <a:noFill/>
          <a:ln w="25400">
            <a:solidFill>
              <a:srgbClr val="E97132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IN" sz="1350"/>
          </a:p>
        </p:txBody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A6C4017A-217D-6155-D3DD-C77D36603352}"/>
              </a:ext>
            </a:extLst>
          </p:cNvPr>
          <p:cNvSpPr/>
          <p:nvPr/>
        </p:nvSpPr>
        <p:spPr>
          <a:xfrm>
            <a:off x="7620000" y="2995151"/>
            <a:ext cx="571500" cy="0"/>
          </a:xfrm>
          <a:prstGeom prst="straightConnector1">
            <a:avLst/>
          </a:prstGeom>
          <a:noFill/>
          <a:ln w="25400">
            <a:solidFill>
              <a:srgbClr val="156082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IN" sz="135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C23157-92F9-20B4-DE43-E5D9DC3A1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75" y="195834"/>
            <a:ext cx="3847888" cy="61702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 prst="relaxedInset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A8AF52-FA49-2802-BF62-5864C1B1F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432" y="195834"/>
            <a:ext cx="3655135" cy="61702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84303B-5DDE-1CC2-0C85-B598746C3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6136" y="195833"/>
            <a:ext cx="3847889" cy="617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538849"/>
      </p:ext>
    </p:extLst>
  </p:cSld>
  <p:clrMapOvr>
    <a:masterClrMapping/>
  </p:clrMapOvr>
  <p:transition spd="slow">
    <p:comb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90500"/>
            <a:ext cx="10477500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700" dirty="0">
                <a:solidFill>
                  <a:srgbClr val="0187C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Challenges Faced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66700" y="742950"/>
            <a:ext cx="762000" cy="381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4" name="Text 2"/>
          <p:cNvSpPr/>
          <p:nvPr/>
        </p:nvSpPr>
        <p:spPr>
          <a:xfrm>
            <a:off x="266700" y="876300"/>
            <a:ext cx="1165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3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development challenges encountered and resolved during the project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66700" y="1333500"/>
            <a:ext cx="3619500" cy="2286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6" name="Shape 4"/>
          <p:cNvSpPr/>
          <p:nvPr/>
        </p:nvSpPr>
        <p:spPr>
          <a:xfrm>
            <a:off x="457200" y="15240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0038" y="314325"/>
                </a:moveTo>
                <a:cubicBezTo>
                  <a:pt x="386834" y="314325"/>
                  <a:pt x="457200" y="243959"/>
                  <a:pt x="457200" y="157163"/>
                </a:cubicBezTo>
                <a:cubicBezTo>
                  <a:pt x="457200" y="70366"/>
                  <a:pt x="386834" y="0"/>
                  <a:pt x="300038" y="0"/>
                </a:cubicBezTo>
                <a:cubicBezTo>
                  <a:pt x="213241" y="0"/>
                  <a:pt x="142875" y="70366"/>
                  <a:pt x="142875" y="157163"/>
                </a:cubicBezTo>
                <a:cubicBezTo>
                  <a:pt x="142875" y="173861"/>
                  <a:pt x="145465" y="190024"/>
                  <a:pt x="150287" y="205115"/>
                </a:cubicBezTo>
                <a:lnTo>
                  <a:pt x="6251" y="349151"/>
                </a:lnTo>
                <a:cubicBezTo>
                  <a:pt x="2232" y="353169"/>
                  <a:pt x="0" y="358616"/>
                  <a:pt x="0" y="364331"/>
                </a:cubicBezTo>
                <a:lnTo>
                  <a:pt x="0" y="435769"/>
                </a:lnTo>
                <a:cubicBezTo>
                  <a:pt x="0" y="447645"/>
                  <a:pt x="9555" y="457200"/>
                  <a:pt x="21431" y="457200"/>
                </a:cubicBezTo>
                <a:lnTo>
                  <a:pt x="92869" y="457200"/>
                </a:lnTo>
                <a:cubicBezTo>
                  <a:pt x="104745" y="457200"/>
                  <a:pt x="114300" y="447645"/>
                  <a:pt x="114300" y="435769"/>
                </a:cubicBezTo>
                <a:lnTo>
                  <a:pt x="114300" y="400050"/>
                </a:lnTo>
                <a:lnTo>
                  <a:pt x="150019" y="400050"/>
                </a:lnTo>
                <a:cubicBezTo>
                  <a:pt x="161895" y="400050"/>
                  <a:pt x="171450" y="390495"/>
                  <a:pt x="171450" y="378619"/>
                </a:cubicBezTo>
                <a:lnTo>
                  <a:pt x="171450" y="342900"/>
                </a:lnTo>
                <a:lnTo>
                  <a:pt x="207169" y="342900"/>
                </a:lnTo>
                <a:cubicBezTo>
                  <a:pt x="212884" y="342900"/>
                  <a:pt x="218331" y="340668"/>
                  <a:pt x="222349" y="336649"/>
                </a:cubicBezTo>
                <a:lnTo>
                  <a:pt x="252085" y="306913"/>
                </a:lnTo>
                <a:cubicBezTo>
                  <a:pt x="267176" y="311735"/>
                  <a:pt x="283339" y="314325"/>
                  <a:pt x="300038" y="314325"/>
                </a:cubicBezTo>
                <a:close/>
                <a:moveTo>
                  <a:pt x="335756" y="85725"/>
                </a:moveTo>
                <a:cubicBezTo>
                  <a:pt x="355470" y="85725"/>
                  <a:pt x="371475" y="101730"/>
                  <a:pt x="371475" y="121444"/>
                </a:cubicBezTo>
                <a:cubicBezTo>
                  <a:pt x="371475" y="141157"/>
                  <a:pt x="355470" y="157163"/>
                  <a:pt x="335756" y="157163"/>
                </a:cubicBezTo>
                <a:cubicBezTo>
                  <a:pt x="316043" y="157163"/>
                  <a:pt x="300038" y="141157"/>
                  <a:pt x="300038" y="121444"/>
                </a:cubicBezTo>
                <a:cubicBezTo>
                  <a:pt x="300038" y="101730"/>
                  <a:pt x="316043" y="85725"/>
                  <a:pt x="335756" y="85725"/>
                </a:cubicBez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7" name="Text 5"/>
          <p:cNvSpPr/>
          <p:nvPr/>
        </p:nvSpPr>
        <p:spPr>
          <a:xfrm>
            <a:off x="457200" y="2000250"/>
            <a:ext cx="3238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 Authentication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333625"/>
            <a:ext cx="323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Implementing secure token generation, validation, and refresh mechanisms across the entire application stack.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76700" y="1333500"/>
            <a:ext cx="3619500" cy="2286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0" name="Shape 8"/>
          <p:cNvSpPr/>
          <p:nvPr/>
        </p:nvSpPr>
        <p:spPr>
          <a:xfrm>
            <a:off x="4267200" y="15240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7800" y="7144"/>
                </a:moveTo>
                <a:cubicBezTo>
                  <a:pt x="230370" y="7144"/>
                  <a:pt x="273050" y="55159"/>
                  <a:pt x="273050" y="114300"/>
                </a:cubicBezTo>
                <a:cubicBezTo>
                  <a:pt x="273050" y="173441"/>
                  <a:pt x="230370" y="221456"/>
                  <a:pt x="177800" y="221456"/>
                </a:cubicBezTo>
                <a:cubicBezTo>
                  <a:pt x="125230" y="221456"/>
                  <a:pt x="82550" y="173441"/>
                  <a:pt x="82550" y="114300"/>
                </a:cubicBezTo>
                <a:cubicBezTo>
                  <a:pt x="82550" y="55159"/>
                  <a:pt x="125230" y="7144"/>
                  <a:pt x="177800" y="7144"/>
                </a:cubicBezTo>
                <a:close/>
                <a:moveTo>
                  <a:pt x="154226" y="271463"/>
                </a:moveTo>
                <a:lnTo>
                  <a:pt x="201374" y="271463"/>
                </a:lnTo>
                <a:cubicBezTo>
                  <a:pt x="224949" y="271463"/>
                  <a:pt x="247174" y="277981"/>
                  <a:pt x="266700" y="289411"/>
                </a:cubicBezTo>
                <a:lnTo>
                  <a:pt x="266700" y="293251"/>
                </a:lnTo>
                <a:cubicBezTo>
                  <a:pt x="251142" y="308967"/>
                  <a:pt x="241300" y="331738"/>
                  <a:pt x="241300" y="357098"/>
                </a:cubicBezTo>
                <a:lnTo>
                  <a:pt x="241300" y="442823"/>
                </a:lnTo>
                <a:cubicBezTo>
                  <a:pt x="241300" y="447735"/>
                  <a:pt x="241697" y="452557"/>
                  <a:pt x="242332" y="457200"/>
                </a:cubicBezTo>
                <a:lnTo>
                  <a:pt x="36274" y="457200"/>
                </a:lnTo>
                <a:cubicBezTo>
                  <a:pt x="23257" y="457200"/>
                  <a:pt x="12700" y="445324"/>
                  <a:pt x="12700" y="430679"/>
                </a:cubicBezTo>
                <a:cubicBezTo>
                  <a:pt x="12700" y="342721"/>
                  <a:pt x="76041" y="271463"/>
                  <a:pt x="154226" y="271463"/>
                </a:cubicBezTo>
                <a:close/>
                <a:moveTo>
                  <a:pt x="393700" y="271552"/>
                </a:moveTo>
                <a:cubicBezTo>
                  <a:pt x="393700" y="255746"/>
                  <a:pt x="382349" y="242977"/>
                  <a:pt x="368300" y="242977"/>
                </a:cubicBezTo>
                <a:cubicBezTo>
                  <a:pt x="354251" y="242977"/>
                  <a:pt x="342900" y="255746"/>
                  <a:pt x="342900" y="271552"/>
                </a:cubicBezTo>
                <a:lnTo>
                  <a:pt x="342900" y="314325"/>
                </a:lnTo>
                <a:lnTo>
                  <a:pt x="393700" y="314325"/>
                </a:lnTo>
                <a:lnTo>
                  <a:pt x="393700" y="271552"/>
                </a:lnTo>
                <a:close/>
                <a:moveTo>
                  <a:pt x="279400" y="357188"/>
                </a:moveTo>
                <a:cubicBezTo>
                  <a:pt x="279400" y="338524"/>
                  <a:pt x="290036" y="322630"/>
                  <a:pt x="304800" y="316736"/>
                </a:cubicBezTo>
                <a:lnTo>
                  <a:pt x="304800" y="271552"/>
                </a:lnTo>
                <a:cubicBezTo>
                  <a:pt x="304800" y="232083"/>
                  <a:pt x="333216" y="200114"/>
                  <a:pt x="368300" y="200114"/>
                </a:cubicBezTo>
                <a:cubicBezTo>
                  <a:pt x="403384" y="200114"/>
                  <a:pt x="431800" y="232083"/>
                  <a:pt x="431800" y="271552"/>
                </a:cubicBezTo>
                <a:lnTo>
                  <a:pt x="431800" y="316736"/>
                </a:lnTo>
                <a:cubicBezTo>
                  <a:pt x="446564" y="322630"/>
                  <a:pt x="457200" y="338524"/>
                  <a:pt x="457200" y="357188"/>
                </a:cubicBezTo>
                <a:lnTo>
                  <a:pt x="457200" y="442913"/>
                </a:lnTo>
                <a:cubicBezTo>
                  <a:pt x="457200" y="466576"/>
                  <a:pt x="440134" y="485775"/>
                  <a:pt x="419100" y="485775"/>
                </a:cubicBezTo>
                <a:lnTo>
                  <a:pt x="317500" y="485775"/>
                </a:lnTo>
                <a:cubicBezTo>
                  <a:pt x="296466" y="485775"/>
                  <a:pt x="279400" y="466576"/>
                  <a:pt x="279400" y="442913"/>
                </a:cubicBezTo>
                <a:lnTo>
                  <a:pt x="279400" y="357188"/>
                </a:ln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1" name="Text 9"/>
          <p:cNvSpPr/>
          <p:nvPr/>
        </p:nvSpPr>
        <p:spPr>
          <a:xfrm>
            <a:off x="4267200" y="2000250"/>
            <a:ext cx="3238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Role Based Access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67200" y="2333625"/>
            <a:ext cx="323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Designing a flexible authorization system that securely distinguishes between customer and admin privileges.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86700" y="1333500"/>
            <a:ext cx="4038600" cy="2286000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4" name="Shape 12"/>
          <p:cNvSpPr/>
          <p:nvPr/>
        </p:nvSpPr>
        <p:spPr>
          <a:xfrm>
            <a:off x="8077200" y="15240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57150"/>
                </a:moveTo>
                <a:cubicBezTo>
                  <a:pt x="0" y="25628"/>
                  <a:pt x="34171" y="0"/>
                  <a:pt x="76200" y="0"/>
                </a:cubicBezTo>
                <a:lnTo>
                  <a:pt x="254198" y="0"/>
                </a:lnTo>
                <a:cubicBezTo>
                  <a:pt x="274439" y="0"/>
                  <a:pt x="293846" y="5983"/>
                  <a:pt x="308134" y="16699"/>
                </a:cubicBezTo>
                <a:lnTo>
                  <a:pt x="434935" y="111889"/>
                </a:lnTo>
                <a:cubicBezTo>
                  <a:pt x="449223" y="122605"/>
                  <a:pt x="457200" y="137160"/>
                  <a:pt x="457200" y="152340"/>
                </a:cubicBezTo>
                <a:lnTo>
                  <a:pt x="457200" y="400050"/>
                </a:lnTo>
                <a:cubicBezTo>
                  <a:pt x="457200" y="431572"/>
                  <a:pt x="423029" y="457200"/>
                  <a:pt x="381000" y="457200"/>
                </a:cubicBezTo>
                <a:lnTo>
                  <a:pt x="76200" y="457200"/>
                </a:lnTo>
                <a:cubicBezTo>
                  <a:pt x="34171" y="457200"/>
                  <a:pt x="0" y="431572"/>
                  <a:pt x="0" y="400050"/>
                </a:cubicBezTo>
                <a:lnTo>
                  <a:pt x="0" y="57150"/>
                </a:lnTo>
                <a:close/>
                <a:moveTo>
                  <a:pt x="247650" y="52239"/>
                </a:moveTo>
                <a:lnTo>
                  <a:pt x="247650" y="135731"/>
                </a:lnTo>
                <a:cubicBezTo>
                  <a:pt x="247650" y="147608"/>
                  <a:pt x="260390" y="157163"/>
                  <a:pt x="276225" y="157163"/>
                </a:cubicBezTo>
                <a:lnTo>
                  <a:pt x="387548" y="157163"/>
                </a:lnTo>
                <a:lnTo>
                  <a:pt x="247650" y="52239"/>
                </a:lnTo>
                <a:close/>
                <a:moveTo>
                  <a:pt x="248841" y="234851"/>
                </a:moveTo>
                <a:cubicBezTo>
                  <a:pt x="237649" y="226457"/>
                  <a:pt x="219551" y="226457"/>
                  <a:pt x="208478" y="234851"/>
                </a:cubicBezTo>
                <a:lnTo>
                  <a:pt x="132278" y="292001"/>
                </a:lnTo>
                <a:cubicBezTo>
                  <a:pt x="121087" y="300395"/>
                  <a:pt x="121087" y="313968"/>
                  <a:pt x="132278" y="322272"/>
                </a:cubicBezTo>
                <a:cubicBezTo>
                  <a:pt x="143470" y="330577"/>
                  <a:pt x="161568" y="330666"/>
                  <a:pt x="172641" y="322272"/>
                </a:cubicBezTo>
                <a:lnTo>
                  <a:pt x="200025" y="301734"/>
                </a:lnTo>
                <a:lnTo>
                  <a:pt x="200025" y="378619"/>
                </a:lnTo>
                <a:cubicBezTo>
                  <a:pt x="200025" y="390495"/>
                  <a:pt x="212765" y="400050"/>
                  <a:pt x="228600" y="400050"/>
                </a:cubicBezTo>
                <a:cubicBezTo>
                  <a:pt x="244435" y="400050"/>
                  <a:pt x="257175" y="390495"/>
                  <a:pt x="257175" y="378619"/>
                </a:cubicBezTo>
                <a:lnTo>
                  <a:pt x="257175" y="301734"/>
                </a:lnTo>
                <a:lnTo>
                  <a:pt x="284559" y="322272"/>
                </a:lnTo>
                <a:cubicBezTo>
                  <a:pt x="295751" y="330666"/>
                  <a:pt x="313849" y="330666"/>
                  <a:pt x="324922" y="322272"/>
                </a:cubicBezTo>
                <a:cubicBezTo>
                  <a:pt x="335994" y="313879"/>
                  <a:pt x="336113" y="300305"/>
                  <a:pt x="324922" y="292001"/>
                </a:cubicBezTo>
                <a:lnTo>
                  <a:pt x="248722" y="234851"/>
                </a:lnTo>
                <a:close/>
              </a:path>
            </a:pathLst>
          </a:custGeom>
          <a:solidFill>
            <a:srgbClr val="0187CC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5" name="Text 13"/>
          <p:cNvSpPr/>
          <p:nvPr/>
        </p:nvSpPr>
        <p:spPr>
          <a:xfrm>
            <a:off x="8077200" y="2000250"/>
            <a:ext cx="3657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 Upload Handling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77200" y="2333625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Configuring Multer for secure image uploads with proper validation, storage, and retrieval of food item images.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6700" y="3810000"/>
            <a:ext cx="3619500" cy="21907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8" name="Shape 16"/>
          <p:cNvSpPr/>
          <p:nvPr/>
        </p:nvSpPr>
        <p:spPr>
          <a:xfrm>
            <a:off x="457200" y="40005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7144"/>
                </a:moveTo>
                <a:cubicBezTo>
                  <a:pt x="0" y="-4733"/>
                  <a:pt x="7644" y="-14287"/>
                  <a:pt x="17145" y="-14287"/>
                </a:cubicBezTo>
                <a:lnTo>
                  <a:pt x="49506" y="-14287"/>
                </a:lnTo>
                <a:cubicBezTo>
                  <a:pt x="68866" y="-14287"/>
                  <a:pt x="85439" y="3036"/>
                  <a:pt x="88868" y="26789"/>
                </a:cubicBezTo>
                <a:lnTo>
                  <a:pt x="89154" y="28575"/>
                </a:lnTo>
                <a:lnTo>
                  <a:pt x="383977" y="28575"/>
                </a:lnTo>
                <a:cubicBezTo>
                  <a:pt x="398264" y="28575"/>
                  <a:pt x="409051" y="44827"/>
                  <a:pt x="406408" y="62419"/>
                </a:cubicBezTo>
                <a:lnTo>
                  <a:pt x="384191" y="210562"/>
                </a:lnTo>
                <a:cubicBezTo>
                  <a:pt x="380119" y="237619"/>
                  <a:pt x="361259" y="257175"/>
                  <a:pt x="339257" y="257175"/>
                </a:cubicBezTo>
                <a:lnTo>
                  <a:pt x="122372" y="257175"/>
                </a:lnTo>
                <a:lnTo>
                  <a:pt x="126016" y="282446"/>
                </a:lnTo>
                <a:cubicBezTo>
                  <a:pt x="127516" y="292626"/>
                  <a:pt x="134588" y="300038"/>
                  <a:pt x="142875" y="300038"/>
                </a:cubicBezTo>
                <a:lnTo>
                  <a:pt x="325755" y="300038"/>
                </a:lnTo>
                <a:cubicBezTo>
                  <a:pt x="335256" y="300038"/>
                  <a:pt x="342900" y="309592"/>
                  <a:pt x="342900" y="321469"/>
                </a:cubicBezTo>
                <a:cubicBezTo>
                  <a:pt x="342900" y="333345"/>
                  <a:pt x="335256" y="342900"/>
                  <a:pt x="325755" y="342900"/>
                </a:cubicBezTo>
                <a:lnTo>
                  <a:pt x="142946" y="342900"/>
                </a:lnTo>
                <a:cubicBezTo>
                  <a:pt x="118086" y="342900"/>
                  <a:pt x="96798" y="320665"/>
                  <a:pt x="92369" y="290126"/>
                </a:cubicBezTo>
                <a:lnTo>
                  <a:pt x="55150" y="34469"/>
                </a:lnTo>
                <a:cubicBezTo>
                  <a:pt x="54650" y="31075"/>
                  <a:pt x="52292" y="28575"/>
                  <a:pt x="49506" y="28575"/>
                </a:cubicBezTo>
                <a:lnTo>
                  <a:pt x="17145" y="28575"/>
                </a:lnTo>
                <a:cubicBezTo>
                  <a:pt x="7644" y="28575"/>
                  <a:pt x="0" y="19020"/>
                  <a:pt x="0" y="7144"/>
                </a:cubicBezTo>
                <a:close/>
                <a:moveTo>
                  <a:pt x="114300" y="414338"/>
                </a:moveTo>
                <a:cubicBezTo>
                  <a:pt x="114300" y="390681"/>
                  <a:pt x="129665" y="371475"/>
                  <a:pt x="148590" y="371475"/>
                </a:cubicBezTo>
                <a:cubicBezTo>
                  <a:pt x="167515" y="371475"/>
                  <a:pt x="182880" y="390681"/>
                  <a:pt x="182880" y="414338"/>
                </a:cubicBezTo>
                <a:cubicBezTo>
                  <a:pt x="182880" y="437994"/>
                  <a:pt x="167515" y="457200"/>
                  <a:pt x="148590" y="457200"/>
                </a:cubicBezTo>
                <a:cubicBezTo>
                  <a:pt x="129665" y="457200"/>
                  <a:pt x="114300" y="437994"/>
                  <a:pt x="114300" y="414338"/>
                </a:cubicBezTo>
                <a:close/>
                <a:moveTo>
                  <a:pt x="274320" y="414338"/>
                </a:moveTo>
                <a:cubicBezTo>
                  <a:pt x="274320" y="390681"/>
                  <a:pt x="289685" y="371475"/>
                  <a:pt x="308610" y="371475"/>
                </a:cubicBezTo>
                <a:cubicBezTo>
                  <a:pt x="327535" y="371475"/>
                  <a:pt x="342900" y="390681"/>
                  <a:pt x="342900" y="414338"/>
                </a:cubicBezTo>
                <a:cubicBezTo>
                  <a:pt x="342900" y="437994"/>
                  <a:pt x="327535" y="457200"/>
                  <a:pt x="308610" y="457200"/>
                </a:cubicBezTo>
                <a:cubicBezTo>
                  <a:pt x="289685" y="457200"/>
                  <a:pt x="274320" y="437994"/>
                  <a:pt x="274320" y="414338"/>
                </a:cubicBezTo>
                <a:close/>
                <a:moveTo>
                  <a:pt x="240030" y="70009"/>
                </a:moveTo>
                <a:cubicBezTo>
                  <a:pt x="230529" y="70009"/>
                  <a:pt x="222885" y="79564"/>
                  <a:pt x="222885" y="91440"/>
                </a:cubicBezTo>
                <a:lnTo>
                  <a:pt x="222885" y="121444"/>
                </a:lnTo>
                <a:lnTo>
                  <a:pt x="198882" y="121444"/>
                </a:lnTo>
                <a:cubicBezTo>
                  <a:pt x="189381" y="121444"/>
                  <a:pt x="181737" y="130999"/>
                  <a:pt x="181737" y="142875"/>
                </a:cubicBezTo>
                <a:cubicBezTo>
                  <a:pt x="181737" y="154751"/>
                  <a:pt x="189381" y="164306"/>
                  <a:pt x="198882" y="164306"/>
                </a:cubicBezTo>
                <a:lnTo>
                  <a:pt x="222885" y="164306"/>
                </a:lnTo>
                <a:lnTo>
                  <a:pt x="222885" y="194310"/>
                </a:lnTo>
                <a:cubicBezTo>
                  <a:pt x="222885" y="206186"/>
                  <a:pt x="230529" y="215741"/>
                  <a:pt x="240030" y="215741"/>
                </a:cubicBezTo>
                <a:cubicBezTo>
                  <a:pt x="249531" y="215741"/>
                  <a:pt x="257175" y="206186"/>
                  <a:pt x="257175" y="194310"/>
                </a:cubicBezTo>
                <a:lnTo>
                  <a:pt x="257175" y="164306"/>
                </a:lnTo>
                <a:lnTo>
                  <a:pt x="281178" y="164306"/>
                </a:lnTo>
                <a:cubicBezTo>
                  <a:pt x="290679" y="164306"/>
                  <a:pt x="298323" y="154751"/>
                  <a:pt x="298323" y="142875"/>
                </a:cubicBezTo>
                <a:cubicBezTo>
                  <a:pt x="298323" y="130999"/>
                  <a:pt x="290679" y="121444"/>
                  <a:pt x="281178" y="121444"/>
                </a:cubicBezTo>
                <a:lnTo>
                  <a:pt x="257175" y="121444"/>
                </a:lnTo>
                <a:lnTo>
                  <a:pt x="257175" y="91440"/>
                </a:lnTo>
                <a:cubicBezTo>
                  <a:pt x="257175" y="79564"/>
                  <a:pt x="249531" y="70009"/>
                  <a:pt x="240030" y="70009"/>
                </a:cubicBezTo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19" name="Text 17"/>
          <p:cNvSpPr/>
          <p:nvPr/>
        </p:nvSpPr>
        <p:spPr>
          <a:xfrm>
            <a:off x="457200" y="4476750"/>
            <a:ext cx="3238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Dynamic Cart Calculation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481012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Building real-time cart total computation with dynamic delivery charges based on order value and location.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76700" y="3810000"/>
            <a:ext cx="3619500" cy="21907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22" name="Shape 20"/>
          <p:cNvSpPr/>
          <p:nvPr/>
        </p:nvSpPr>
        <p:spPr>
          <a:xfrm>
            <a:off x="4267200" y="40005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2400" y="85725"/>
                </a:moveTo>
                <a:cubicBezTo>
                  <a:pt x="152400" y="38398"/>
                  <a:pt x="186531" y="0"/>
                  <a:pt x="228600" y="0"/>
                </a:cubicBezTo>
                <a:cubicBezTo>
                  <a:pt x="270669" y="0"/>
                  <a:pt x="304800" y="38398"/>
                  <a:pt x="304800" y="85725"/>
                </a:cubicBezTo>
                <a:lnTo>
                  <a:pt x="304800" y="88940"/>
                </a:lnTo>
                <a:cubicBezTo>
                  <a:pt x="304800" y="102959"/>
                  <a:pt x="294719" y="114300"/>
                  <a:pt x="282258" y="114300"/>
                </a:cubicBezTo>
                <a:lnTo>
                  <a:pt x="175022" y="114300"/>
                </a:lnTo>
                <a:cubicBezTo>
                  <a:pt x="162560" y="114300"/>
                  <a:pt x="152479" y="102959"/>
                  <a:pt x="152479" y="88940"/>
                </a:cubicBezTo>
                <a:lnTo>
                  <a:pt x="152479" y="85725"/>
                </a:lnTo>
                <a:close/>
                <a:moveTo>
                  <a:pt x="426720" y="97155"/>
                </a:moveTo>
                <a:cubicBezTo>
                  <a:pt x="435134" y="109746"/>
                  <a:pt x="432832" y="127695"/>
                  <a:pt x="421640" y="137160"/>
                </a:cubicBezTo>
                <a:lnTo>
                  <a:pt x="344011" y="202615"/>
                </a:lnTo>
                <a:cubicBezTo>
                  <a:pt x="348218" y="210562"/>
                  <a:pt x="351393" y="219313"/>
                  <a:pt x="353378" y="228600"/>
                </a:cubicBezTo>
                <a:lnTo>
                  <a:pt x="431800" y="228600"/>
                </a:lnTo>
                <a:cubicBezTo>
                  <a:pt x="445849" y="228600"/>
                  <a:pt x="457200" y="241369"/>
                  <a:pt x="457200" y="257175"/>
                </a:cubicBezTo>
                <a:cubicBezTo>
                  <a:pt x="457200" y="272981"/>
                  <a:pt x="445849" y="285750"/>
                  <a:pt x="431800" y="285750"/>
                </a:cubicBezTo>
                <a:lnTo>
                  <a:pt x="355600" y="285750"/>
                </a:lnTo>
                <a:lnTo>
                  <a:pt x="355600" y="314325"/>
                </a:lnTo>
                <a:cubicBezTo>
                  <a:pt x="355600" y="316647"/>
                  <a:pt x="355521" y="319058"/>
                  <a:pt x="355441" y="321379"/>
                </a:cubicBezTo>
                <a:lnTo>
                  <a:pt x="421640" y="377190"/>
                </a:lnTo>
                <a:cubicBezTo>
                  <a:pt x="432832" y="386655"/>
                  <a:pt x="435134" y="404604"/>
                  <a:pt x="426720" y="417195"/>
                </a:cubicBezTo>
                <a:cubicBezTo>
                  <a:pt x="418306" y="429786"/>
                  <a:pt x="402352" y="432375"/>
                  <a:pt x="391160" y="422910"/>
                </a:cubicBezTo>
                <a:lnTo>
                  <a:pt x="341074" y="380673"/>
                </a:lnTo>
                <a:cubicBezTo>
                  <a:pt x="322659" y="420142"/>
                  <a:pt x="288290" y="448717"/>
                  <a:pt x="247650" y="455593"/>
                </a:cubicBezTo>
                <a:lnTo>
                  <a:pt x="247650" y="250031"/>
                </a:lnTo>
                <a:cubicBezTo>
                  <a:pt x="247650" y="238155"/>
                  <a:pt x="239157" y="228600"/>
                  <a:pt x="228600" y="228600"/>
                </a:cubicBezTo>
                <a:cubicBezTo>
                  <a:pt x="218043" y="228600"/>
                  <a:pt x="209550" y="238155"/>
                  <a:pt x="209550" y="250031"/>
                </a:cubicBezTo>
                <a:lnTo>
                  <a:pt x="209550" y="455593"/>
                </a:lnTo>
                <a:cubicBezTo>
                  <a:pt x="168910" y="448717"/>
                  <a:pt x="134541" y="420142"/>
                  <a:pt x="116126" y="380673"/>
                </a:cubicBezTo>
                <a:lnTo>
                  <a:pt x="66040" y="422910"/>
                </a:lnTo>
                <a:cubicBezTo>
                  <a:pt x="54848" y="432375"/>
                  <a:pt x="38894" y="429786"/>
                  <a:pt x="30480" y="417195"/>
                </a:cubicBezTo>
                <a:cubicBezTo>
                  <a:pt x="22066" y="404604"/>
                  <a:pt x="24368" y="386655"/>
                  <a:pt x="35560" y="377190"/>
                </a:cubicBezTo>
                <a:lnTo>
                  <a:pt x="101759" y="321379"/>
                </a:lnTo>
                <a:cubicBezTo>
                  <a:pt x="101679" y="319058"/>
                  <a:pt x="101600" y="316736"/>
                  <a:pt x="101600" y="314325"/>
                </a:cubicBezTo>
                <a:lnTo>
                  <a:pt x="101600" y="285750"/>
                </a:lnTo>
                <a:lnTo>
                  <a:pt x="25400" y="285750"/>
                </a:lnTo>
                <a:cubicBezTo>
                  <a:pt x="11351" y="285750"/>
                  <a:pt x="0" y="272981"/>
                  <a:pt x="0" y="257175"/>
                </a:cubicBezTo>
                <a:cubicBezTo>
                  <a:pt x="0" y="241369"/>
                  <a:pt x="11351" y="228600"/>
                  <a:pt x="25400" y="228600"/>
                </a:cubicBezTo>
                <a:lnTo>
                  <a:pt x="103823" y="228600"/>
                </a:lnTo>
                <a:cubicBezTo>
                  <a:pt x="105807" y="219313"/>
                  <a:pt x="108982" y="210562"/>
                  <a:pt x="113189" y="202615"/>
                </a:cubicBezTo>
                <a:lnTo>
                  <a:pt x="35560" y="137160"/>
                </a:lnTo>
                <a:cubicBezTo>
                  <a:pt x="24368" y="127695"/>
                  <a:pt x="22066" y="109746"/>
                  <a:pt x="30480" y="97155"/>
                </a:cubicBezTo>
                <a:cubicBezTo>
                  <a:pt x="38894" y="84564"/>
                  <a:pt x="54848" y="81975"/>
                  <a:pt x="66040" y="91440"/>
                </a:cubicBezTo>
                <a:lnTo>
                  <a:pt x="152400" y="164306"/>
                </a:lnTo>
                <a:cubicBezTo>
                  <a:pt x="162163" y="159752"/>
                  <a:pt x="172879" y="157163"/>
                  <a:pt x="184150" y="157163"/>
                </a:cubicBezTo>
                <a:lnTo>
                  <a:pt x="273050" y="157163"/>
                </a:lnTo>
                <a:cubicBezTo>
                  <a:pt x="284321" y="157163"/>
                  <a:pt x="295037" y="159663"/>
                  <a:pt x="304800" y="164306"/>
                </a:cubicBezTo>
                <a:lnTo>
                  <a:pt x="391160" y="91440"/>
                </a:lnTo>
                <a:cubicBezTo>
                  <a:pt x="402352" y="81975"/>
                  <a:pt x="418306" y="84564"/>
                  <a:pt x="426720" y="97155"/>
                </a:cubicBezTo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23" name="Text 21"/>
          <p:cNvSpPr/>
          <p:nvPr/>
        </p:nvSpPr>
        <p:spPr>
          <a:xfrm>
            <a:off x="4267200" y="4476750"/>
            <a:ext cx="3238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 Handling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67200" y="481012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Creating a global error interceptor that gracefully handles HTTP errors and provides meaningful user feedback.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86700" y="3810000"/>
            <a:ext cx="4038600" cy="21907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26" name="Shape 24"/>
          <p:cNvSpPr/>
          <p:nvPr/>
        </p:nvSpPr>
        <p:spPr>
          <a:xfrm>
            <a:off x="8077200" y="40005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183773"/>
                </a:moveTo>
                <a:cubicBezTo>
                  <a:pt x="442096" y="192524"/>
                  <a:pt x="424747" y="199579"/>
                  <a:pt x="406683" y="205204"/>
                </a:cubicBezTo>
                <a:cubicBezTo>
                  <a:pt x="358718" y="220206"/>
                  <a:pt x="295751" y="228600"/>
                  <a:pt x="228600" y="228600"/>
                </a:cubicBezTo>
                <a:cubicBezTo>
                  <a:pt x="161449" y="228600"/>
                  <a:pt x="98380" y="220117"/>
                  <a:pt x="50517" y="205204"/>
                </a:cubicBezTo>
                <a:cubicBezTo>
                  <a:pt x="32555" y="199579"/>
                  <a:pt x="15104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102360" y="328613"/>
                  <a:pt x="228600" y="328613"/>
                </a:cubicBezTo>
                <a:cubicBezTo>
                  <a:pt x="354840" y="328613"/>
                  <a:pt x="457200" y="296644"/>
                  <a:pt x="457200" y="257175"/>
                </a:cubicBezTo>
                <a:lnTo>
                  <a:pt x="457200" y="183773"/>
                </a:lnTo>
                <a:close/>
                <a:moveTo>
                  <a:pt x="457200" y="114300"/>
                </a:moveTo>
                <a:lnTo>
                  <a:pt x="457200" y="71438"/>
                </a:lnTo>
                <a:cubicBezTo>
                  <a:pt x="457200" y="31968"/>
                  <a:pt x="354840" y="0"/>
                  <a:pt x="228600" y="0"/>
                </a:cubicBezTo>
                <a:cubicBezTo>
                  <a:pt x="102360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102360" y="185738"/>
                  <a:pt x="228600" y="185738"/>
                </a:cubicBezTo>
                <a:cubicBezTo>
                  <a:pt x="354840" y="185738"/>
                  <a:pt x="457200" y="153769"/>
                  <a:pt x="457200" y="114300"/>
                </a:cubicBezTo>
                <a:close/>
                <a:moveTo>
                  <a:pt x="406683" y="348079"/>
                </a:moveTo>
                <a:cubicBezTo>
                  <a:pt x="358820" y="362992"/>
                  <a:pt x="295853" y="371475"/>
                  <a:pt x="228600" y="371475"/>
                </a:cubicBezTo>
                <a:cubicBezTo>
                  <a:pt x="161347" y="371475"/>
                  <a:pt x="98380" y="362992"/>
                  <a:pt x="50517" y="348079"/>
                </a:cubicBezTo>
                <a:cubicBezTo>
                  <a:pt x="32555" y="342454"/>
                  <a:pt x="15104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102360" y="457200"/>
                  <a:pt x="228600" y="457200"/>
                </a:cubicBezTo>
                <a:cubicBezTo>
                  <a:pt x="354840" y="457200"/>
                  <a:pt x="457200" y="425232"/>
                  <a:pt x="457200" y="385763"/>
                </a:cubicBezTo>
                <a:lnTo>
                  <a:pt x="457200" y="326648"/>
                </a:lnTo>
                <a:cubicBezTo>
                  <a:pt x="442096" y="335399"/>
                  <a:pt x="424747" y="342454"/>
                  <a:pt x="406683" y="348079"/>
                </a:cubicBezTo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27" name="Text 25"/>
          <p:cNvSpPr/>
          <p:nvPr/>
        </p:nvSpPr>
        <p:spPr>
          <a:xfrm>
            <a:off x="8077200" y="4476750"/>
            <a:ext cx="3657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rgbClr val="156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MongoDB Schema Design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077200" y="4810125"/>
            <a:ext cx="3657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Designing efficient document schemas with proper indexing, references, and nested structures for optimal queries.</a:t>
            </a:r>
            <a:endParaRPr lang="en-US" sz="1050" dirty="0"/>
          </a:p>
        </p:txBody>
      </p:sp>
      <p:pic>
        <p:nvPicPr>
          <p:cNvPr id="29" name="Image 0" descr="https://kimi-img.moonshot.cn/pub/slides/okc/6u2crcj2oqijq/mnt/agents/output/template_converte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6391275"/>
            <a:ext cx="647700" cy="4191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667500" y="6429375"/>
            <a:ext cx="4762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2026 - RPS Consulting all rights reserved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1525250" y="6429375"/>
            <a:ext cx="4762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90500"/>
            <a:ext cx="10477500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700" dirty="0">
                <a:solidFill>
                  <a:srgbClr val="0187C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Scope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66700" y="742950"/>
            <a:ext cx="762000" cy="381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4" name="Text 2"/>
          <p:cNvSpPr/>
          <p:nvPr/>
        </p:nvSpPr>
        <p:spPr>
          <a:xfrm>
            <a:off x="266700" y="876300"/>
            <a:ext cx="1165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35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Planned enhancements to make TruYum a </a:t>
            </a:r>
            <a:r>
              <a:rPr lang="en-US" sz="135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production-ready platform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762000" y="1428750"/>
          <a:ext cx="10668000" cy="45720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#</a:t>
                      </a:r>
                      <a:endParaRPr lang="en-US" sz="12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8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Feature</a:t>
                      </a:r>
                      <a:endParaRPr lang="en-US" sz="12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87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Description</a:t>
                      </a:r>
                      <a:endParaRPr lang="en-US" sz="12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87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1</a:t>
                      </a:r>
                      <a:endParaRPr lang="en-US" sz="12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Payment Gateway</a:t>
                      </a:r>
                      <a:endParaRPr lang="en-US" sz="12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Integrate Stripe, Razorpay, or PayU for secure online payments with multiple payment methods</a:t>
                      </a:r>
                      <a:endParaRPr lang="en-US" sz="12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2</a:t>
                      </a:r>
                      <a:endParaRPr lang="en-US" sz="12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Real-Time Tracking</a:t>
                      </a:r>
                      <a:endParaRPr lang="en-US" sz="12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Live order tracking with GPS integration for customers to monitor delivery progress on a map</a:t>
                      </a:r>
                      <a:endParaRPr lang="en-US" sz="12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3</a:t>
                      </a:r>
                      <a:endParaRPr lang="en-US" sz="12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Cloud Storage</a:t>
                      </a:r>
                      <a:endParaRPr lang="en-US" sz="12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AWS S3 or Cloudinary integration for scalable, reliable image storage and CDN delivery</a:t>
                      </a:r>
                      <a:endParaRPr lang="en-US" sz="12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4</a:t>
                      </a:r>
                      <a:endParaRPr lang="en-US" sz="12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SMS OTP</a:t>
                      </a:r>
                      <a:endParaRPr lang="en-US" sz="12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Twilio or MSG91 integration for reliable SMS-based OTP delivery and verification</a:t>
                      </a:r>
                      <a:endParaRPr lang="en-US" sz="12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5</a:t>
                      </a:r>
                      <a:endParaRPr lang="en-US" sz="12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Advanced Analytics</a:t>
                      </a:r>
                      <a:endParaRPr lang="en-US" sz="12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Comprehensive reporting with sales trends, customer behavior insights, and predictive analytics</a:t>
                      </a:r>
                      <a:endParaRPr lang="en-US" sz="1200" dirty="0">
                        <a:latin typeface="MiSans" charset="0"/>
                        <a:ea typeface="MiSans" charset="0"/>
                        <a:cs typeface="MiSans" charset="0"/>
                      </a:endParaRPr>
                    </a:p>
                  </a:txBody>
                  <a:tcPr marL="41148" marR="41148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Image 0" descr="https://kimi-img.moonshot.cn/pub/slides/okc/6u2crcj2oqijq/mnt/agents/output/template_converted/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6391275"/>
            <a:ext cx="6477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0" y="6429375"/>
            <a:ext cx="4762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2026 - RPS Consulting all rights reserved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1525250" y="6429375"/>
            <a:ext cx="4762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B8A9A-C179-68BF-BF6A-7DAF8474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u2crcj2oqijq/mnt/agents/output/template_converted/images/image_1.png">
            <a:extLst>
              <a:ext uri="{FF2B5EF4-FFF2-40B4-BE49-F238E27FC236}">
                <a16:creationId xmlns:a16="http://schemas.microsoft.com/office/drawing/2014/main" id="{98EEAA63-30E6-C3DD-CBEE-84AF06461F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1950" y="238125"/>
            <a:ext cx="1209675" cy="79057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70D4D1D-116C-857B-BE03-F4B6D2AAD45B}"/>
              </a:ext>
            </a:extLst>
          </p:cNvPr>
          <p:cNvSpPr/>
          <p:nvPr/>
        </p:nvSpPr>
        <p:spPr>
          <a:xfrm>
            <a:off x="762000" y="1714500"/>
            <a:ext cx="10668000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</a:t>
            </a:r>
            <a:endParaRPr lang="en-US" sz="33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0D1C721-4002-0E0E-B7A8-907DB6BA1160}"/>
              </a:ext>
            </a:extLst>
          </p:cNvPr>
          <p:cNvSpPr/>
          <p:nvPr/>
        </p:nvSpPr>
        <p:spPr>
          <a:xfrm>
            <a:off x="5143500" y="2524125"/>
            <a:ext cx="1905000" cy="28575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1EFC2D0-7227-9279-30AA-E32B2DEC7436}"/>
              </a:ext>
            </a:extLst>
          </p:cNvPr>
          <p:cNvSpPr/>
          <p:nvPr/>
        </p:nvSpPr>
        <p:spPr>
          <a:xfrm>
            <a:off x="1143000" y="2857500"/>
            <a:ext cx="9906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TruYum successfully demonstrates a </a:t>
            </a:r>
            <a:r>
              <a:rPr lang="en-US" sz="16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scalable</a:t>
            </a:r>
            <a:r>
              <a:rPr lang="en-US" sz="16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6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secure</a:t>
            </a:r>
            <a:r>
              <a:rPr lang="en-US" sz="16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</a:t>
            </a:r>
            <a:r>
              <a:rPr lang="en-US" sz="16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MEAN Stack</a:t>
            </a:r>
            <a:r>
              <a:rPr lang="en-US" sz="16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application</a:t>
            </a:r>
            <a:endParaRPr lang="en-US" sz="1650" dirty="0"/>
          </a:p>
          <a:p>
            <a:pPr algn="ctr">
              <a:lnSpc>
                <a:spcPct val="160000"/>
              </a:lnSpc>
              <a:spcBef>
                <a:spcPts val="900"/>
              </a:spcBef>
            </a:pPr>
            <a:r>
              <a:rPr lang="en-US" sz="16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capable of handling real-world food ordering</a:t>
            </a:r>
            <a:endParaRPr lang="en-US" sz="1650" dirty="0"/>
          </a:p>
          <a:p>
            <a:pPr algn="ctr">
              <a:lnSpc>
                <a:spcPct val="160000"/>
              </a:lnSpc>
            </a:pPr>
            <a:r>
              <a:rPr lang="en-US" sz="16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 restaurant management operations.</a:t>
            </a:r>
            <a:endParaRPr lang="en-US" sz="165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80952D4-048E-BE0A-B533-A024D8F2025D}"/>
              </a:ext>
            </a:extLst>
          </p:cNvPr>
          <p:cNvSpPr/>
          <p:nvPr/>
        </p:nvSpPr>
        <p:spPr>
          <a:xfrm>
            <a:off x="1905000" y="4667250"/>
            <a:ext cx="8382000" cy="428625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  <p:txBody>
          <a:bodyPr/>
          <a:lstStyle/>
          <a:p>
            <a:endParaRPr lang="en-IN" sz="135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91F655E-0D38-DB44-5430-A74B73609660}"/>
              </a:ext>
            </a:extLst>
          </p:cNvPr>
          <p:cNvSpPr/>
          <p:nvPr/>
        </p:nvSpPr>
        <p:spPr>
          <a:xfrm>
            <a:off x="1905000" y="4667250"/>
            <a:ext cx="8382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Angular + Node.js + Express.js + MongoDB | JWT Auth | Role-Based Access | REST APIs</a:t>
            </a:r>
            <a:endParaRPr lang="en-US" sz="13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62030CD-C2FD-CA0D-F9E2-30D300826B88}"/>
              </a:ext>
            </a:extLst>
          </p:cNvPr>
          <p:cNvSpPr/>
          <p:nvPr/>
        </p:nvSpPr>
        <p:spPr>
          <a:xfrm>
            <a:off x="762000" y="5715000"/>
            <a:ext cx="106680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Presented by </a:t>
            </a: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Swayam Gupta</a:t>
            </a:r>
            <a:endParaRPr lang="en-US" sz="15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075027C-7566-FA4A-56DF-EA7558FEFE1E}"/>
              </a:ext>
            </a:extLst>
          </p:cNvPr>
          <p:cNvSpPr/>
          <p:nvPr/>
        </p:nvSpPr>
        <p:spPr>
          <a:xfrm>
            <a:off x="762000" y="6143625"/>
            <a:ext cx="1066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2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771F5C9-A24D-6351-1BBE-07C9C189EEE7}"/>
              </a:ext>
            </a:extLst>
          </p:cNvPr>
          <p:cNvSpPr/>
          <p:nvPr/>
        </p:nvSpPr>
        <p:spPr>
          <a:xfrm>
            <a:off x="762000" y="6572250"/>
            <a:ext cx="3810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www.rpsconsulting.in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167510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3067</TotalTime>
  <Words>1140</Words>
  <Application>Microsoft Office PowerPoint</Application>
  <PresentationFormat>Widescreen</PresentationFormat>
  <Paragraphs>206</Paragraphs>
  <Slides>20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Swayam Gupta</cp:lastModifiedBy>
  <cp:revision>22</cp:revision>
  <dcterms:created xsi:type="dcterms:W3CDTF">2024-05-04T13:11:57Z</dcterms:created>
  <dcterms:modified xsi:type="dcterms:W3CDTF">2026-06-13T10:24:17Z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